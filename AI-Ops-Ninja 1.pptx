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  <p:sldMasterId id="2147483902" r:id="rId5"/>
  </p:sldMasterIdLst>
  <p:notesMasterIdLst>
    <p:notesMasterId r:id="rId15"/>
  </p:notesMasterIdLst>
  <p:handoutMasterIdLst>
    <p:handoutMasterId r:id="rId16"/>
  </p:handoutMasterIdLst>
  <p:sldIdLst>
    <p:sldId id="2147481780" r:id="rId6"/>
    <p:sldId id="2147481773" r:id="rId7"/>
    <p:sldId id="2147481699" r:id="rId8"/>
    <p:sldId id="2147481779" r:id="rId9"/>
    <p:sldId id="2147481775" r:id="rId10"/>
    <p:sldId id="2147481776" r:id="rId11"/>
    <p:sldId id="2147481777" r:id="rId12"/>
    <p:sldId id="2147481778" r:id="rId13"/>
    <p:sldId id="2147481397" r:id="rId14"/>
  </p:sldIdLst>
  <p:sldSz cx="12192000" cy="6858000"/>
  <p:notesSz cx="6858000" cy="9144000"/>
  <p:embeddedFontLst>
    <p:embeddedFont>
      <p:font typeface="Modern Era" panose="020B0604020202020204" charset="0"/>
      <p:regular r:id="rId17"/>
    </p:embeddedFont>
    <p:embeddedFont>
      <p:font typeface="Modern Era Black" panose="020B0604020202020204" charset="0"/>
      <p:bold r:id="rId18"/>
    </p:embeddedFont>
    <p:embeddedFont>
      <p:font typeface="Modern Era Bold" panose="020B0604020202020204" charset="0"/>
      <p:bold r:id="rId19"/>
    </p:embeddedFont>
    <p:embeddedFont>
      <p:font typeface="Modern Era Mono" panose="020B0604020202020204" charset="0"/>
      <p:regular r:id="rId20"/>
    </p:embeddedFont>
    <p:embeddedFont>
      <p:font typeface="Modern Era Mono ExtraBold" panose="020B0604020202020204" charset="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2771C0A-5C31-7857-5743-5A3AF9D10C9A}" name="Andrew Karaptis" initials="AK" userId="S::akaraptis@horizontal.com::a2ffa348-93b5-41e9-88d4-3ecb1b477328" providerId="AD"/>
  <p188:author id="{25AC3412-8E9A-6262-F865-ECE810A3E2AE}" name="Lisa Albinson" initials="LA" userId="S::lalbinson@horizontal.com::5da9fc1f-32ab-434c-b271-09a85f0dd990" providerId="AD"/>
  <p188:author id="{B159A115-BEBC-1544-6BCC-72438E44EEA4}" name="Luke Rivard" initials="LR" userId="S::lrivard@horizontal.com::71b32666-f4b0-4d65-96f2-0ce3258493de" providerId="AD"/>
  <p188:author id="{B4381416-1461-3641-2B52-7A29DCA2680A}" name="Irfan Masurkar" initials="IM" userId="S::imasurkar@horizontal.com::06492d8c-6a4e-4e13-9ac3-fa5e145f1178" providerId="AD"/>
  <p188:author id="{882A9F1E-32E3-E336-7F4D-42CACB41B088}" name="Ebin Ephrem" initials="EE" userId="S::eephrem@horizontal.com::020f90c8-c656-4b7e-b19c-8a768cda3941" providerId="AD"/>
  <p188:author id="{53593739-742D-7067-AD94-0C0D015FF08D}" name="Mindy Keating" initials="MK" userId="S::mkeating@horizontal.com::df37a7ce-80dc-47bb-979f-f9092828a0b5" providerId="AD"/>
  <p188:author id="{E0964A4C-D4C3-229C-99F2-3A03D9468999}" name="Amy Betty" initials="" userId="S::abetty@horizontal.com::71ada536-c882-4c20-8709-e8f351d2cff8" providerId="AD"/>
  <p188:author id="{EC9EC84E-5950-45A7-6C9B-27CC2D24B574}" name="Mike Rook" initials="" userId="S::mrook@horizontal.com::bec0e65f-6679-421a-9879-8cab4213e1aa" providerId="AD"/>
  <p188:author id="{AC60175E-E1FE-B94A-4158-91D23C0D14BC}" name="Emilia Paulson" initials="EM" userId="S::ePaulson@horizontal.com::6ee009f6-638d-45f3-9b8c-f92e81bbb151" providerId="AD"/>
  <p188:author id="{0ADFE85E-D5DA-9E92-733D-F77B65309C10}" name="Emilia Paulson" initials="EP" userId="S::epaulson@horizontal.com::6ee009f6-638d-45f3-9b8c-f92e81bbb151" providerId="AD"/>
  <p188:author id="{71956662-6A6F-1008-5E17-746C87F0AF3C}" name="Kasey McCarthy" initials="KM" userId="S::kmccarthy@horizontal.com::291a85ed-f4d1-43e1-94b2-912e440a2b26" providerId="AD"/>
  <p188:author id="{E1C17D62-F9E6-B55B-5CAB-CD693B3B46CF}" name="Julie Franz" initials="JF" userId="S::jfranz@horizontal.com::030e647e-95d1-4954-9522-624faf258f29" providerId="AD"/>
  <p188:author id="{E8098B6A-EF47-3BC9-35C4-2B60C9210374}" name="Mitchel Talbot" initials="" userId="S::mtalbot@horizontal.com::9f655229-2f94-43a8-b163-463947c961e5" providerId="AD"/>
  <p188:author id="{3E79736E-3B3A-6AF2-AEDB-EAD38E441021}" name="Caitlin Murzyn" initials="" userId="S::cmurzyn@horizontal.com::01f31699-9ca2-4e97-a182-c63bb70eee49" providerId="AD"/>
  <p188:author id="{D5608174-5840-04BB-2FDD-F44667E857E9}" name="Kate Lorenz" initials="" userId="S::klorenz@horizontal.com::efe549b7-c0a0-4008-bd93-eeac10033b9e" providerId="AD"/>
  <p188:author id="{03110379-312D-713C-FCC1-050CE742F0CC}" name="Jeremiah Davis" initials="JD" userId="S::jdavis@horizontalintegration.com::dc9d5912-3f70-4f06-853e-dc5c92cc0ac2" providerId="AD"/>
  <p188:author id="{D3341079-7C87-4E5B-26BF-4A6F2D019F55}" name="Edmund Rosen" initials="ER" userId="S::erosen@horizontal.com::de713d7a-f793-4f1e-93b4-24067c79620b" providerId="AD"/>
  <p188:author id="{57A9187B-AF56-8832-EB15-8B20E71421C6}" name="Kyle Taylor" initials="KT" userId="S::ktaylor@horizontal.com::9f56ce79-f9da-463c-b9d0-1541d6c67101" providerId="AD"/>
  <p188:author id="{CD06A588-7FA6-B16C-249C-C1A785D57B5C}" name="Emily Lord" initials="" userId="S::elord@horizontal.com::34f8ce1a-3042-48b7-9bcf-f0ea410dbecc" providerId="AD"/>
  <p188:author id="{D45AF58D-8408-B634-5A30-049E6C77EDA4}" name="Andrew Block" initials="AB" userId="S::ablock@horizontal.com::afb04285-220f-4a8a-b9bd-b11ee0dcff22" providerId="AD"/>
  <p188:author id="{8C00609E-2E06-6196-1FA9-8AF4BE5FC782}" name="Kelly Lee" initials="" userId="S::klee@horizontal.com::afb59809-ce40-4d70-ab59-1e2185dd6092" providerId="AD"/>
  <p188:author id="{051EBEBA-959D-227A-3B18-E2B24EE8B9FB}" name="Andrew Ridgeway" initials="" userId="S::aridgeway@horizontal.com::644cda36-0ca3-43ac-8d77-333e7de19691" providerId="AD"/>
  <p188:author id="{BD84A8C1-311E-B44C-6EB4-4AEAF9CBC416}" name="Irfan Masurkar" initials="IM" userId="S::IMasurkar@horizontal.com::06492d8c-6a4e-4e13-9ac3-fa5e145f1178" providerId="AD"/>
  <p188:author id="{545C37CE-B57A-E6D9-6E16-B26DFEFAE9DD}" name="TJ Shaffer" initials="TS" userId="S::tshaffer@horizontalintegration.com::c41a6dec-1d26-4978-b3fb-c0e70f49b9df" providerId="AD"/>
  <p188:author id="{55C3EDDF-AFBD-6CAC-C22D-8ED241F337CB}" name="Sean Sutton" initials="" userId="S::ssutton@horizontal.com::d2d3aded-96c2-4a00-9915-d45228816335" providerId="AD"/>
  <p188:author id="{782188EC-A8C0-B26C-5ADB-3F87F034BDCA}" name="Nina O'Keefe" initials="NO" userId="S::nokeefe@horizontal.com::522da73b-2151-4820-8672-5b4de5896798" providerId="AD"/>
  <p188:author id="{5200B5EE-B594-0C44-BD45-EB77A94F2AA0}" name="Julie Franz" initials="JF" userId="S::jfranz@horizontalintegration.com::030e647e-95d1-4954-9522-624faf258f29" providerId="AD"/>
  <p188:author id="{CAB97BF0-5789-1B67-D478-2CB1AAA99A4E}" name="Camille Mendoza" initials="CM" userId="S::cmendoza@horizontal.com::8be58278-f4a0-4a47-8a12-2d1ecae085dd" providerId="AD"/>
  <p188:author id="{255A4CF1-6944-005B-C9F7-C98A3B2746C9}" name="Caitlin Fitzgerald" initials="CF" userId="S::cfitzgerald@horizontal.com::8693284f-2681-4200-b5ed-2c81a190b1b1" providerId="AD"/>
  <p188:author id="{7CC939F6-62E7-7BDA-F983-4683B7307E45}" name="Kara Bjorngaard" initials="KB" userId="S::kbjorngaard@horizontal.com::8828f03f-f26d-4953-b01d-4e651c5882a0" providerId="AD"/>
  <p188:author id="{73CEAAF6-4F0F-7AD1-5ACA-B5C3CD19C054}" name="Jeremiah Davis" initials="JD" userId="S::jdavis@horizontal.com::dc9d5912-3f70-4f06-853e-dc5c92cc0ac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an Sutton" initials="" lastIdx="12" clrIdx="0">
    <p:extLst>
      <p:ext uri="{19B8F6BF-5375-455C-9EA6-DF929625EA0E}">
        <p15:presenceInfo xmlns:p15="http://schemas.microsoft.com/office/powerpoint/2012/main" userId="S::ssutton@horizontal.com::d2d3aded-96c2-4a00-9915-d45228816335" providerId="AD"/>
      </p:ext>
    </p:extLst>
  </p:cmAuthor>
  <p:cmAuthor id="2" name="Andrew Ridgeway" initials="AR" lastIdx="10" clrIdx="1">
    <p:extLst>
      <p:ext uri="{19B8F6BF-5375-455C-9EA6-DF929625EA0E}">
        <p15:presenceInfo xmlns:p15="http://schemas.microsoft.com/office/powerpoint/2012/main" userId="S::aridgeway@horizontal.com::644cda36-0ca3-43ac-8d77-333e7de19691" providerId="AD"/>
      </p:ext>
    </p:extLst>
  </p:cmAuthor>
  <p:cmAuthor id="3" name="Caitlin Murzyn" initials="" lastIdx="12" clrIdx="2">
    <p:extLst>
      <p:ext uri="{19B8F6BF-5375-455C-9EA6-DF929625EA0E}">
        <p15:presenceInfo xmlns:p15="http://schemas.microsoft.com/office/powerpoint/2012/main" userId="S::cmurzyn@horizontal.com::01f31699-9ca2-4e97-a182-c63bb70eee4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5F5F5"/>
    <a:srgbClr val="CFCDC8"/>
    <a:srgbClr val="FF4409"/>
    <a:srgbClr val="787779"/>
    <a:srgbClr val="EAEAEA"/>
    <a:srgbClr val="FF5722"/>
    <a:srgbClr val="000000"/>
    <a:srgbClr val="C2152C"/>
    <a:srgbClr val="011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726A65-E8F2-1944-B2A6-EA2AF09A7144}" v="8" dt="2025-04-21T20:59:20.379"/>
  </p1510:revLst>
</p1510:revInfo>
</file>

<file path=ppt/tableStyles.xml><?xml version="1.0" encoding="utf-8"?>
<a:tblStyleLst xmlns:a="http://schemas.openxmlformats.org/drawingml/2006/main" def="{5C22544A-7EE6-4342-B048-85BDC9FD1C3A}"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02" d="100"/>
          <a:sy n="102" d="100"/>
        </p:scale>
        <p:origin x="1758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403720-21F6-5BFC-1608-11FF633F46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551023-FA84-2A47-1E0F-7DF82FCA30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BB4E9-6A0F-4F8E-A755-5F9C0D0B6D37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07721-1501-2D4A-3BA0-04A3E468DA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F1D09-F712-505D-DF07-8455944AA7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6B315-A655-4147-B146-01B29C347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6210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dern Era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dern Era" panose="02000000000000000000" pitchFamily="50" charset="0"/>
              </a:defRPr>
            </a:lvl1pPr>
          </a:lstStyle>
          <a:p>
            <a:fld id="{F542467D-2910-AC4A-B9D2-E4997020906B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dern Era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dern Era" panose="02000000000000000000" pitchFamily="50" charset="0"/>
              </a:defRPr>
            </a:lvl1pPr>
          </a:lstStyle>
          <a:p>
            <a:fld id="{6872EF0C-4E31-0342-99A9-9711D1FED2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50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odern Era" panose="02000000000000000000" pitchFamily="50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odern Era" panose="02000000000000000000" pitchFamily="50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odern Era" panose="02000000000000000000" pitchFamily="50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odern Era" panose="02000000000000000000" pitchFamily="50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odern Era" panose="02000000000000000000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72EF0C-4E31-0342-99A9-9711D1FED27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812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emf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emf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38DDA50-3EE5-7760-799C-0F12A1A2619D}"/>
              </a:ext>
            </a:extLst>
          </p:cNvPr>
          <p:cNvSpPr/>
          <p:nvPr userDrawn="1"/>
        </p:nvSpPr>
        <p:spPr>
          <a:xfrm>
            <a:off x="0" y="6389370"/>
            <a:ext cx="742950" cy="4686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pt lively line animation 1">
            <a:hlinkClick r:id="" action="ppaction://media"/>
            <a:extLst>
              <a:ext uri="{FF2B5EF4-FFF2-40B4-BE49-F238E27FC236}">
                <a16:creationId xmlns:a16="http://schemas.microsoft.com/office/drawing/2014/main" id="{4BF05E6C-8325-685F-ED34-E447C03BD4D2}"/>
              </a:ext>
            </a:extLst>
          </p:cNvPr>
          <p:cNvPicPr>
            <a:picLocks noChangeAspect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12000" y="2048287"/>
            <a:ext cx="4775200" cy="48097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9F877E-49FC-092F-5B9B-668FC66969F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10744735" y="826924"/>
            <a:ext cx="1249847" cy="633256"/>
          </a:xfrm>
          <a:prstGeom prst="rect">
            <a:avLst/>
          </a:prstGeom>
        </p:spPr>
      </p:pic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B921341-7ACE-F524-3688-E842E7A47D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9691" y="6112867"/>
            <a:ext cx="4855519" cy="22667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Modern Era Mon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MM / YYYY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BDA0C21-2DA2-3A1E-A055-34E754C45C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6891" y="4669376"/>
            <a:ext cx="4855519" cy="1268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This is where the client’s org name and/or a short description or sub-headline should live. Keep it to three to four lines tall if you can. Extra sentences, like this one, are not recommended.</a:t>
            </a:r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48F3DC9D-4F63-AEAF-A80D-F8295155C1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064" y="541315"/>
            <a:ext cx="8639546" cy="3546400"/>
          </a:xfrm>
          <a:prstGeom prst="rect">
            <a:avLst/>
          </a:prstGeom>
        </p:spPr>
        <p:txBody>
          <a:bodyPr anchor="t"/>
          <a:lstStyle>
            <a:lvl1pPr>
              <a:lnSpc>
                <a:spcPct val="75000"/>
              </a:lnSpc>
              <a:defRPr sz="7200" b="0" i="0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Headline goes here keep it punchy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243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6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3 - Client log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38DDA50-3EE5-7760-799C-0F12A1A2619D}"/>
              </a:ext>
            </a:extLst>
          </p:cNvPr>
          <p:cNvSpPr/>
          <p:nvPr userDrawn="1"/>
        </p:nvSpPr>
        <p:spPr>
          <a:xfrm>
            <a:off x="0" y="6389370"/>
            <a:ext cx="742950" cy="4686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blue and black curved object&#10;&#10;AI-generated content may be incorrect.">
            <a:extLst>
              <a:ext uri="{FF2B5EF4-FFF2-40B4-BE49-F238E27FC236}">
                <a16:creationId xmlns:a16="http://schemas.microsoft.com/office/drawing/2014/main" id="{133E830E-F21E-ECD0-6AD1-89C05A6E8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7460" y="5235969"/>
            <a:ext cx="2644540" cy="2644540"/>
          </a:xfrm>
          <a:prstGeom prst="rect">
            <a:avLst/>
          </a:prstGeom>
        </p:spPr>
      </p:pic>
      <p:pic>
        <p:nvPicPr>
          <p:cNvPr id="16" name="Picture 15" descr="A pink and black curved object&#10;&#10;AI-generated content may be incorrect.">
            <a:extLst>
              <a:ext uri="{FF2B5EF4-FFF2-40B4-BE49-F238E27FC236}">
                <a16:creationId xmlns:a16="http://schemas.microsoft.com/office/drawing/2014/main" id="{F1AEC225-A28C-66C9-9363-8432A1239F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25571" y="4575024"/>
            <a:ext cx="1321889" cy="1321889"/>
          </a:xfrm>
          <a:prstGeom prst="rect">
            <a:avLst/>
          </a:prstGeom>
        </p:spPr>
      </p:pic>
      <p:pic>
        <p:nvPicPr>
          <p:cNvPr id="17" name="Picture 16" descr="An orange and black circle&#10;&#10;AI-generated content may be incorrect.">
            <a:extLst>
              <a:ext uri="{FF2B5EF4-FFF2-40B4-BE49-F238E27FC236}">
                <a16:creationId xmlns:a16="http://schemas.microsoft.com/office/drawing/2014/main" id="{356FF1C8-2239-F084-1EB0-ADB7805392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9034" y="5895479"/>
            <a:ext cx="1318426" cy="1318426"/>
          </a:xfrm>
          <a:prstGeom prst="rect">
            <a:avLst/>
          </a:prstGeom>
        </p:spPr>
      </p:pic>
      <p:pic>
        <p:nvPicPr>
          <p:cNvPr id="18" name="Picture 17" descr="A blue and black curved object&#10;&#10;AI-generated content may be incorrect.">
            <a:extLst>
              <a:ext uri="{FF2B5EF4-FFF2-40B4-BE49-F238E27FC236}">
                <a16:creationId xmlns:a16="http://schemas.microsoft.com/office/drawing/2014/main" id="{DE987FC0-2DD4-52A6-3DF7-D66F6931AC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91694" y="4575024"/>
            <a:ext cx="2644540" cy="2644540"/>
          </a:xfrm>
          <a:prstGeom prst="rect">
            <a:avLst/>
          </a:prstGeom>
        </p:spPr>
      </p:pic>
      <p:pic>
        <p:nvPicPr>
          <p:cNvPr id="19" name="Picture 18" descr="An orange and black circle&#10;&#10;AI-generated content may be incorrect.">
            <a:extLst>
              <a:ext uri="{FF2B5EF4-FFF2-40B4-BE49-F238E27FC236}">
                <a16:creationId xmlns:a16="http://schemas.microsoft.com/office/drawing/2014/main" id="{5D4AC178-FB84-EE9B-CED6-3FEC7020A40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47460" y="2591429"/>
            <a:ext cx="2644540" cy="26445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7F665A-A181-024F-E0D0-D96BD220094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 rot="16200000">
            <a:off x="10744735" y="826924"/>
            <a:ext cx="1249847" cy="633256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7629CDC-D613-61E8-6AA8-0BA3919DDA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2064" y="518629"/>
            <a:ext cx="1270351" cy="747464"/>
          </a:xfrm>
          <a:noFill/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Client or partner logo goes here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8542F75-106E-599B-5250-4413F2479C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9692" y="6112867"/>
            <a:ext cx="4568692" cy="22667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Modern Era Mon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MM / YYYY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21C754A-2295-A174-AE2B-7F4A9595A7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6892" y="4669376"/>
            <a:ext cx="4568692" cy="1268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This is where the client’s org name and/or a short description or sub-headline should live. Keep it to three to four lines tall if you can. Extra sentences, like this one, are not recommended.</a:t>
            </a:r>
          </a:p>
        </p:txBody>
      </p:sp>
      <p:sp>
        <p:nvSpPr>
          <p:cNvPr id="2" name="Title 10">
            <a:extLst>
              <a:ext uri="{FF2B5EF4-FFF2-40B4-BE49-F238E27FC236}">
                <a16:creationId xmlns:a16="http://schemas.microsoft.com/office/drawing/2014/main" id="{64F9C2B4-4372-743B-460C-E54FA63474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064" y="1554350"/>
            <a:ext cx="8639546" cy="3009338"/>
          </a:xfrm>
          <a:prstGeom prst="rect">
            <a:avLst/>
          </a:prstGeom>
        </p:spPr>
        <p:txBody>
          <a:bodyPr anchor="t"/>
          <a:lstStyle>
            <a:lvl1pPr>
              <a:lnSpc>
                <a:spcPct val="75000"/>
              </a:lnSpc>
              <a:defRPr sz="7200" b="0" i="0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Headline goes here keep it punchy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041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4 - Partnership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38DDA50-3EE5-7760-799C-0F12A1A2619D}"/>
              </a:ext>
            </a:extLst>
          </p:cNvPr>
          <p:cNvSpPr/>
          <p:nvPr userDrawn="1"/>
        </p:nvSpPr>
        <p:spPr>
          <a:xfrm>
            <a:off x="0" y="6389370"/>
            <a:ext cx="742950" cy="4686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blue and black curved object&#10;&#10;AI-generated content may be incorrect.">
            <a:extLst>
              <a:ext uri="{FF2B5EF4-FFF2-40B4-BE49-F238E27FC236}">
                <a16:creationId xmlns:a16="http://schemas.microsoft.com/office/drawing/2014/main" id="{133E830E-F21E-ECD0-6AD1-89C05A6E8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47460" y="5235969"/>
            <a:ext cx="2644540" cy="2644540"/>
          </a:xfrm>
          <a:prstGeom prst="rect">
            <a:avLst/>
          </a:prstGeom>
        </p:spPr>
      </p:pic>
      <p:pic>
        <p:nvPicPr>
          <p:cNvPr id="16" name="Picture 15" descr="A pink and black curved object&#10;&#10;AI-generated content may be incorrect.">
            <a:extLst>
              <a:ext uri="{FF2B5EF4-FFF2-40B4-BE49-F238E27FC236}">
                <a16:creationId xmlns:a16="http://schemas.microsoft.com/office/drawing/2014/main" id="{F1AEC225-A28C-66C9-9363-8432A1239F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225571" y="4575024"/>
            <a:ext cx="1321889" cy="1321889"/>
          </a:xfrm>
          <a:prstGeom prst="rect">
            <a:avLst/>
          </a:prstGeom>
        </p:spPr>
      </p:pic>
      <p:pic>
        <p:nvPicPr>
          <p:cNvPr id="17" name="Picture 16" descr="An orange and black circle&#10;&#10;AI-generated content may be incorrect.">
            <a:extLst>
              <a:ext uri="{FF2B5EF4-FFF2-40B4-BE49-F238E27FC236}">
                <a16:creationId xmlns:a16="http://schemas.microsoft.com/office/drawing/2014/main" id="{356FF1C8-2239-F084-1EB0-ADB7805392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9034" y="5895479"/>
            <a:ext cx="1318426" cy="1318426"/>
          </a:xfrm>
          <a:prstGeom prst="rect">
            <a:avLst/>
          </a:prstGeom>
        </p:spPr>
      </p:pic>
      <p:pic>
        <p:nvPicPr>
          <p:cNvPr id="18" name="Picture 17" descr="A blue and black curved object&#10;&#10;AI-generated content may be incorrect.">
            <a:extLst>
              <a:ext uri="{FF2B5EF4-FFF2-40B4-BE49-F238E27FC236}">
                <a16:creationId xmlns:a16="http://schemas.microsoft.com/office/drawing/2014/main" id="{DE987FC0-2DD4-52A6-3DF7-D66F6931AC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91694" y="4575024"/>
            <a:ext cx="2644540" cy="2644540"/>
          </a:xfrm>
          <a:prstGeom prst="rect">
            <a:avLst/>
          </a:prstGeom>
        </p:spPr>
      </p:pic>
      <p:pic>
        <p:nvPicPr>
          <p:cNvPr id="19" name="Picture 18" descr="An orange and black circle&#10;&#10;AI-generated content may be incorrect.">
            <a:extLst>
              <a:ext uri="{FF2B5EF4-FFF2-40B4-BE49-F238E27FC236}">
                <a16:creationId xmlns:a16="http://schemas.microsoft.com/office/drawing/2014/main" id="{5D4AC178-FB84-EE9B-CED6-3FEC7020A40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547460" y="2591429"/>
            <a:ext cx="2644540" cy="26445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7F665A-A181-024F-E0D0-D96BD220094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377256" y="496252"/>
            <a:ext cx="1035934" cy="524873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7629CDC-D613-61E8-6AA8-0BA3919DDA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394195" y="518629"/>
            <a:ext cx="1270351" cy="747464"/>
          </a:xfrm>
          <a:noFill/>
        </p:spPr>
        <p:txBody>
          <a:bodyPr anchor="t"/>
          <a:lstStyle>
            <a:lvl1pPr algn="ctr">
              <a:defRPr/>
            </a:lvl1pPr>
          </a:lstStyle>
          <a:p>
            <a:r>
              <a:rPr lang="en-US"/>
              <a:t>Client or partner logo goes here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8542F75-106E-599B-5250-4413F2479C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9692" y="6112867"/>
            <a:ext cx="4568692" cy="22667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Modern Era Mono" panose="02000000000000000000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MM / YYYY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B21C754A-2295-A174-AE2B-7F4A9595A7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6892" y="4669376"/>
            <a:ext cx="4568692" cy="1268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This is where the client’s org name and/or a short description or sub-headline should live. Keep it to three to four lines tall if you can. Extra sentences, like this one, are not recommended.</a:t>
            </a:r>
          </a:p>
        </p:txBody>
      </p:sp>
      <p:sp>
        <p:nvSpPr>
          <p:cNvPr id="12" name="Title 10">
            <a:extLst>
              <a:ext uri="{FF2B5EF4-FFF2-40B4-BE49-F238E27FC236}">
                <a16:creationId xmlns:a16="http://schemas.microsoft.com/office/drawing/2014/main" id="{8DAE47F5-3DD5-CE0D-4DB8-0A60552DFF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064" y="541315"/>
            <a:ext cx="6577849" cy="3546400"/>
          </a:xfrm>
          <a:prstGeom prst="rect">
            <a:avLst/>
          </a:prstGeom>
        </p:spPr>
        <p:txBody>
          <a:bodyPr anchor="t"/>
          <a:lstStyle>
            <a:lvl1pPr>
              <a:lnSpc>
                <a:spcPct val="75000"/>
              </a:lnSpc>
              <a:defRPr sz="7200" b="0" i="0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Headline goes here keep it punchy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5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Tier 1 - One 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02D947-1F31-417A-63EB-62EA390CA4F1}"/>
              </a:ext>
            </a:extLst>
          </p:cNvPr>
          <p:cNvSpPr txBox="1"/>
          <p:nvPr userDrawn="1"/>
        </p:nvSpPr>
        <p:spPr>
          <a:xfrm>
            <a:off x="-2755664" y="762000"/>
            <a:ext cx="2658935" cy="761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/>
              <a:t>Use the one-line, two-line, three-line, or four-line breaker slide template to match the height of your text.</a:t>
            </a:r>
            <a:br>
              <a:rPr lang="en-US" sz="1200"/>
            </a:br>
            <a:endParaRPr lang="en-US" sz="10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EC1DED-D666-A054-B78F-C3B63D9CB631}"/>
              </a:ext>
            </a:extLst>
          </p:cNvPr>
          <p:cNvCxnSpPr>
            <a:cxnSpLocks/>
          </p:cNvCxnSpPr>
          <p:nvPr userDrawn="1"/>
        </p:nvCxnSpPr>
        <p:spPr>
          <a:xfrm>
            <a:off x="544446" y="507595"/>
            <a:ext cx="0" cy="1015042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8014928-C7D1-FDE6-F9D1-7F52CEB2CF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1249" y="4820575"/>
            <a:ext cx="5077159" cy="152982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This is where a short description or sub-headline should live. Only use if added context is necessary. Keep it to three to four lines tall if you can. Less is more.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511585-D6CE-7344-8CF3-6895C91DBC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39" y="507596"/>
            <a:ext cx="10151169" cy="3810000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One line breaker slide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45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Tier 1 - Two Lin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7EEB21-B5B9-B236-19F4-8C7F330C25AB}"/>
              </a:ext>
            </a:extLst>
          </p:cNvPr>
          <p:cNvSpPr txBox="1"/>
          <p:nvPr userDrawn="1"/>
        </p:nvSpPr>
        <p:spPr>
          <a:xfrm>
            <a:off x="-2755664" y="762000"/>
            <a:ext cx="2658935" cy="761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/>
              <a:t>Use the one-line, two-line, three-line, or four-line breaker slide template to match the height of your text.</a:t>
            </a:r>
            <a:br>
              <a:rPr lang="en-US" sz="1200"/>
            </a:br>
            <a:endParaRPr lang="en-US" sz="10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EC1DED-D666-A054-B78F-C3B63D9CB631}"/>
              </a:ext>
            </a:extLst>
          </p:cNvPr>
          <p:cNvCxnSpPr>
            <a:cxnSpLocks/>
          </p:cNvCxnSpPr>
          <p:nvPr userDrawn="1"/>
        </p:nvCxnSpPr>
        <p:spPr>
          <a:xfrm>
            <a:off x="552329" y="528616"/>
            <a:ext cx="0" cy="1774166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8014928-C7D1-FDE6-F9D1-7F52CEB2CF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1249" y="4820575"/>
            <a:ext cx="5077159" cy="152982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This is where a short description or sub-headline should live. Only use if added context is necessary. Keep it to three to four lines tall if you can. Less is more.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511585-D6CE-7344-8CF3-6895C91DBC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39" y="528617"/>
            <a:ext cx="10151169" cy="3810000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Breaker slide with two lines wrapping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8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Tier 1 - Three Lin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181432-0829-BCF6-C7C9-F1267ACB82BC}"/>
              </a:ext>
            </a:extLst>
          </p:cNvPr>
          <p:cNvSpPr txBox="1"/>
          <p:nvPr userDrawn="1"/>
        </p:nvSpPr>
        <p:spPr>
          <a:xfrm>
            <a:off x="-2755664" y="762000"/>
            <a:ext cx="2658935" cy="761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/>
              <a:t>Use the one-line, two-line, three-line, or four-line breaker slide template to match the height of your text.</a:t>
            </a:r>
            <a:br>
              <a:rPr lang="en-US" sz="1200"/>
            </a:br>
            <a:endParaRPr lang="en-US" sz="10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EC1DED-D666-A054-B78F-C3B63D9CB631}"/>
              </a:ext>
            </a:extLst>
          </p:cNvPr>
          <p:cNvCxnSpPr>
            <a:cxnSpLocks/>
          </p:cNvCxnSpPr>
          <p:nvPr userDrawn="1"/>
        </p:nvCxnSpPr>
        <p:spPr>
          <a:xfrm>
            <a:off x="544447" y="507595"/>
            <a:ext cx="0" cy="2792083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8014928-C7D1-FDE6-F9D1-7F52CEB2CF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1249" y="4820575"/>
            <a:ext cx="5077159" cy="152982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This is where a short description or sub-headline should live. Only use if added context is necessary. Keep it to three to four lines tall if you can. Less is more.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511585-D6CE-7344-8CF3-6895C91DBC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39" y="507596"/>
            <a:ext cx="10151169" cy="3810000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Breaker slide for when you need to use three lines of 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070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Tier 1 - Four Lin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5EBA64-75F6-1EDE-86B2-5E046BDC9A8F}"/>
              </a:ext>
            </a:extLst>
          </p:cNvPr>
          <p:cNvSpPr txBox="1"/>
          <p:nvPr userDrawn="1"/>
        </p:nvSpPr>
        <p:spPr>
          <a:xfrm>
            <a:off x="-2755664" y="762000"/>
            <a:ext cx="2658935" cy="761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/>
              <a:t>Use the one-line, two-line, three-line, or four-line breaker slide template to match the height of your text.</a:t>
            </a:r>
            <a:br>
              <a:rPr lang="en-US" sz="1200"/>
            </a:br>
            <a:endParaRPr lang="en-US" sz="10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EC1DED-D666-A054-B78F-C3B63D9CB631}"/>
              </a:ext>
            </a:extLst>
          </p:cNvPr>
          <p:cNvCxnSpPr>
            <a:cxnSpLocks/>
          </p:cNvCxnSpPr>
          <p:nvPr userDrawn="1"/>
        </p:nvCxnSpPr>
        <p:spPr>
          <a:xfrm>
            <a:off x="552330" y="520733"/>
            <a:ext cx="0" cy="3570849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8014928-C7D1-FDE6-F9D1-7F52CEB2CF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1249" y="4820575"/>
            <a:ext cx="5077159" cy="152982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This is where a short description or sub-headline should live. Only use if added context is necessary. Keep it to three to four lines tall if you can. Less is more.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511585-D6CE-7344-8CF3-6895C91DBC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39" y="520734"/>
            <a:ext cx="10151169" cy="3810000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Breaker slide for the few times when you need to use four lines of 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61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Tier 1 - progress track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349430-E3EB-8537-1596-D808C0390F72}"/>
              </a:ext>
            </a:extLst>
          </p:cNvPr>
          <p:cNvSpPr txBox="1"/>
          <p:nvPr userDrawn="1"/>
        </p:nvSpPr>
        <p:spPr>
          <a:xfrm>
            <a:off x="-1930040" y="-47757"/>
            <a:ext cx="1822677" cy="217228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 b="1">
                <a:latin typeface="+mj-lt"/>
              </a:rPr>
              <a:t>Design note: </a:t>
            </a:r>
            <a:r>
              <a:rPr lang="en-US" sz="1000"/>
              <a:t>Top white bar is a progress bar. Once # of sections of presentation are determined, the orange rule line should grow one segment each time a breaker slide is used.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64B7D68-1E77-38C3-D6C3-A1A4F727D131}"/>
              </a:ext>
            </a:extLst>
          </p:cNvPr>
          <p:cNvCxnSpPr>
            <a:cxnSpLocks/>
          </p:cNvCxnSpPr>
          <p:nvPr userDrawn="1"/>
        </p:nvCxnSpPr>
        <p:spPr>
          <a:xfrm flipH="1">
            <a:off x="514905" y="549344"/>
            <a:ext cx="11168109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8014928-C7D1-FDE6-F9D1-7F52CEB2CF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1249" y="4820575"/>
            <a:ext cx="5077159" cy="1529829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This is where a short description or sub-headline should live. Only use if added context is necessary. Keep it to three to four lines tall if you can. Less is more.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511585-D6CE-7344-8CF3-6895C91DBC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905" y="1038385"/>
            <a:ext cx="10413503" cy="3533615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This breaker slide includes a manually updated progress tracker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41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breaker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n orange and black circle&#10;&#10;AI-generated content may be incorrect.">
            <a:extLst>
              <a:ext uri="{FF2B5EF4-FFF2-40B4-BE49-F238E27FC236}">
                <a16:creationId xmlns:a16="http://schemas.microsoft.com/office/drawing/2014/main" id="{6B9C4034-2194-EAB0-6A8B-FD98E6FBEE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9313" y="0"/>
            <a:ext cx="2282688" cy="2282688"/>
          </a:xfrm>
          <a:prstGeom prst="rect">
            <a:avLst/>
          </a:prstGeom>
        </p:spPr>
      </p:pic>
      <p:sp>
        <p:nvSpPr>
          <p:cNvPr id="4" name="Freeform 3">
            <a:extLst>
              <a:ext uri="{FF2B5EF4-FFF2-40B4-BE49-F238E27FC236}">
                <a16:creationId xmlns:a16="http://schemas.microsoft.com/office/drawing/2014/main" id="{DE52C023-57F0-B8AB-5010-CB06B26B8CE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909028" y="4574386"/>
            <a:ext cx="2283258" cy="2282687"/>
          </a:xfrm>
          <a:custGeom>
            <a:avLst/>
            <a:gdLst>
              <a:gd name="connsiteX0" fmla="*/ 0 w 6858000"/>
              <a:gd name="connsiteY0" fmla="*/ 0 h 6896100"/>
              <a:gd name="connsiteX1" fmla="*/ 6858000 w 6858000"/>
              <a:gd name="connsiteY1" fmla="*/ 6858000 h 6896100"/>
              <a:gd name="connsiteX2" fmla="*/ 6857037 w 6858000"/>
              <a:gd name="connsiteY2" fmla="*/ 6896100 h 6896100"/>
              <a:gd name="connsiteX3" fmla="*/ 3428037 w 6858000"/>
              <a:gd name="connsiteY3" fmla="*/ 6896100 h 6896100"/>
              <a:gd name="connsiteX4" fmla="*/ 3429000 w 6858000"/>
              <a:gd name="connsiteY4" fmla="*/ 6858000 h 6896100"/>
              <a:gd name="connsiteX5" fmla="*/ 0 w 6858000"/>
              <a:gd name="connsiteY5" fmla="*/ 3429000 h 6896100"/>
              <a:gd name="connsiteX6" fmla="*/ 0 w 6858000"/>
              <a:gd name="connsiteY6" fmla="*/ 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6896100">
                <a:moveTo>
                  <a:pt x="0" y="0"/>
                </a:moveTo>
                <a:cubicBezTo>
                  <a:pt x="3787569" y="0"/>
                  <a:pt x="6858000" y="3070431"/>
                  <a:pt x="6858000" y="6858000"/>
                </a:cubicBezTo>
                <a:lnTo>
                  <a:pt x="6857037" y="6896100"/>
                </a:lnTo>
                <a:lnTo>
                  <a:pt x="3428037" y="6896100"/>
                </a:lnTo>
                <a:lnTo>
                  <a:pt x="3429000" y="6858000"/>
                </a:lnTo>
                <a:cubicBezTo>
                  <a:pt x="3429000" y="4964216"/>
                  <a:pt x="1893784" y="3429000"/>
                  <a:pt x="0" y="3429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dern Era" panose="02000000000000000000" pitchFamily="2" charset="0"/>
              <a:ea typeface="+mn-ea"/>
              <a:cs typeface="+mn-cs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B5DD781D-0CE3-8F24-4A5B-C83260624FBC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909029" y="2300040"/>
            <a:ext cx="2283258" cy="2282687"/>
          </a:xfrm>
          <a:custGeom>
            <a:avLst/>
            <a:gdLst>
              <a:gd name="connsiteX0" fmla="*/ 0 w 6858000"/>
              <a:gd name="connsiteY0" fmla="*/ 0 h 6896100"/>
              <a:gd name="connsiteX1" fmla="*/ 6858000 w 6858000"/>
              <a:gd name="connsiteY1" fmla="*/ 6858000 h 6896100"/>
              <a:gd name="connsiteX2" fmla="*/ 6857037 w 6858000"/>
              <a:gd name="connsiteY2" fmla="*/ 6896100 h 6896100"/>
              <a:gd name="connsiteX3" fmla="*/ 3428037 w 6858000"/>
              <a:gd name="connsiteY3" fmla="*/ 6896100 h 6896100"/>
              <a:gd name="connsiteX4" fmla="*/ 3429000 w 6858000"/>
              <a:gd name="connsiteY4" fmla="*/ 6858000 h 6896100"/>
              <a:gd name="connsiteX5" fmla="*/ 0 w 6858000"/>
              <a:gd name="connsiteY5" fmla="*/ 3429000 h 6896100"/>
              <a:gd name="connsiteX6" fmla="*/ 0 w 6858000"/>
              <a:gd name="connsiteY6" fmla="*/ 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6896100">
                <a:moveTo>
                  <a:pt x="0" y="0"/>
                </a:moveTo>
                <a:cubicBezTo>
                  <a:pt x="3787569" y="0"/>
                  <a:pt x="6858000" y="3070431"/>
                  <a:pt x="6858000" y="6858000"/>
                </a:cubicBezTo>
                <a:lnTo>
                  <a:pt x="6857037" y="6896100"/>
                </a:lnTo>
                <a:lnTo>
                  <a:pt x="3428037" y="6896100"/>
                </a:lnTo>
                <a:lnTo>
                  <a:pt x="3429000" y="6858000"/>
                </a:lnTo>
                <a:cubicBezTo>
                  <a:pt x="3429000" y="4964216"/>
                  <a:pt x="1893784" y="3429000"/>
                  <a:pt x="0" y="3429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dern Era" panose="02000000000000000000" pitchFamily="2" charset="0"/>
              <a:ea typeface="+mn-ea"/>
              <a:cs typeface="+mn-cs"/>
            </a:endParaRPr>
          </a:p>
        </p:txBody>
      </p:sp>
      <p:pic>
        <p:nvPicPr>
          <p:cNvPr id="8" name="Picture 7" descr="A blue and black curved object&#10;&#10;AI-generated content may be incorrect.">
            <a:extLst>
              <a:ext uri="{FF2B5EF4-FFF2-40B4-BE49-F238E27FC236}">
                <a16:creationId xmlns:a16="http://schemas.microsoft.com/office/drawing/2014/main" id="{1DC3B0D1-31F7-63C9-A52C-69A3DC7F1C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626626" y="4575312"/>
            <a:ext cx="2282688" cy="2282688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9CEA5419-4FCB-DF61-C317-0C60A4250AFB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5343654" y="4583298"/>
            <a:ext cx="2283258" cy="2282687"/>
          </a:xfrm>
          <a:custGeom>
            <a:avLst/>
            <a:gdLst>
              <a:gd name="connsiteX0" fmla="*/ 0 w 6858000"/>
              <a:gd name="connsiteY0" fmla="*/ 0 h 6896100"/>
              <a:gd name="connsiteX1" fmla="*/ 6858000 w 6858000"/>
              <a:gd name="connsiteY1" fmla="*/ 6858000 h 6896100"/>
              <a:gd name="connsiteX2" fmla="*/ 6857037 w 6858000"/>
              <a:gd name="connsiteY2" fmla="*/ 6896100 h 6896100"/>
              <a:gd name="connsiteX3" fmla="*/ 3428037 w 6858000"/>
              <a:gd name="connsiteY3" fmla="*/ 6896100 h 6896100"/>
              <a:gd name="connsiteX4" fmla="*/ 3429000 w 6858000"/>
              <a:gd name="connsiteY4" fmla="*/ 6858000 h 6896100"/>
              <a:gd name="connsiteX5" fmla="*/ 0 w 6858000"/>
              <a:gd name="connsiteY5" fmla="*/ 3429000 h 6896100"/>
              <a:gd name="connsiteX6" fmla="*/ 0 w 6858000"/>
              <a:gd name="connsiteY6" fmla="*/ 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6896100">
                <a:moveTo>
                  <a:pt x="0" y="0"/>
                </a:moveTo>
                <a:cubicBezTo>
                  <a:pt x="3787569" y="0"/>
                  <a:pt x="6858000" y="3070431"/>
                  <a:pt x="6858000" y="6858000"/>
                </a:cubicBezTo>
                <a:lnTo>
                  <a:pt x="6857037" y="6896100"/>
                </a:lnTo>
                <a:lnTo>
                  <a:pt x="3428037" y="6896100"/>
                </a:lnTo>
                <a:lnTo>
                  <a:pt x="3429000" y="6858000"/>
                </a:lnTo>
                <a:cubicBezTo>
                  <a:pt x="3429000" y="4964216"/>
                  <a:pt x="1893784" y="3429000"/>
                  <a:pt x="0" y="3429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dern Era" panose="02000000000000000000" pitchFamily="2" charset="0"/>
              <a:ea typeface="+mn-ea"/>
              <a:cs typeface="+mn-cs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7395602-92C1-27A9-85D4-5AF11937C74E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5343938" y="10794"/>
            <a:ext cx="4565374" cy="4564232"/>
          </a:xfrm>
          <a:custGeom>
            <a:avLst/>
            <a:gdLst>
              <a:gd name="connsiteX0" fmla="*/ 0 w 6858000"/>
              <a:gd name="connsiteY0" fmla="*/ 0 h 6896100"/>
              <a:gd name="connsiteX1" fmla="*/ 6858000 w 6858000"/>
              <a:gd name="connsiteY1" fmla="*/ 6858000 h 6896100"/>
              <a:gd name="connsiteX2" fmla="*/ 6857037 w 6858000"/>
              <a:gd name="connsiteY2" fmla="*/ 6896100 h 6896100"/>
              <a:gd name="connsiteX3" fmla="*/ 3428037 w 6858000"/>
              <a:gd name="connsiteY3" fmla="*/ 6896100 h 6896100"/>
              <a:gd name="connsiteX4" fmla="*/ 3429000 w 6858000"/>
              <a:gd name="connsiteY4" fmla="*/ 6858000 h 6896100"/>
              <a:gd name="connsiteX5" fmla="*/ 0 w 6858000"/>
              <a:gd name="connsiteY5" fmla="*/ 3429000 h 6896100"/>
              <a:gd name="connsiteX6" fmla="*/ 0 w 6858000"/>
              <a:gd name="connsiteY6" fmla="*/ 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6896100">
                <a:moveTo>
                  <a:pt x="0" y="0"/>
                </a:moveTo>
                <a:cubicBezTo>
                  <a:pt x="3787569" y="0"/>
                  <a:pt x="6858000" y="3070431"/>
                  <a:pt x="6858000" y="6858000"/>
                </a:cubicBezTo>
                <a:lnTo>
                  <a:pt x="6857037" y="6896100"/>
                </a:lnTo>
                <a:lnTo>
                  <a:pt x="3428037" y="6896100"/>
                </a:lnTo>
                <a:lnTo>
                  <a:pt x="3429000" y="6858000"/>
                </a:lnTo>
                <a:cubicBezTo>
                  <a:pt x="3429000" y="4964216"/>
                  <a:pt x="1893784" y="3429000"/>
                  <a:pt x="0" y="3429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dern Era" panose="02000000000000000000" pitchFamily="2" charset="0"/>
              <a:ea typeface="+mn-ea"/>
              <a:cs typeface="+mn-cs"/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29823406-AAB8-F871-11A9-D17D0986FC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779" y="1994206"/>
            <a:ext cx="4230254" cy="13311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Workshop will resume at 1:00pm GST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278DD1A-9174-CFEA-E8AA-30F99B6DD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779" y="524436"/>
            <a:ext cx="4230254" cy="133115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This layout could be used for a lunch break</a:t>
            </a:r>
          </a:p>
        </p:txBody>
      </p:sp>
    </p:spTree>
    <p:extLst>
      <p:ext uri="{BB962C8B-B14F-4D97-AF65-F5344CB8AC3E}">
        <p14:creationId xmlns:p14="http://schemas.microsoft.com/office/powerpoint/2010/main" val="4080963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cial breaker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97BFC0B-2A1C-531A-05F7-A50A686FF85C}"/>
              </a:ext>
            </a:extLst>
          </p:cNvPr>
          <p:cNvSpPr>
            <a:spLocks noChangeAspect="1"/>
          </p:cNvSpPr>
          <p:nvPr userDrawn="1"/>
        </p:nvSpPr>
        <p:spPr>
          <a:xfrm>
            <a:off x="5337331" y="5148241"/>
            <a:ext cx="1709146" cy="1708718"/>
          </a:xfrm>
          <a:custGeom>
            <a:avLst/>
            <a:gdLst>
              <a:gd name="connsiteX0" fmla="*/ 0 w 6858000"/>
              <a:gd name="connsiteY0" fmla="*/ 0 h 6896100"/>
              <a:gd name="connsiteX1" fmla="*/ 6858000 w 6858000"/>
              <a:gd name="connsiteY1" fmla="*/ 6858000 h 6896100"/>
              <a:gd name="connsiteX2" fmla="*/ 6857037 w 6858000"/>
              <a:gd name="connsiteY2" fmla="*/ 6896100 h 6896100"/>
              <a:gd name="connsiteX3" fmla="*/ 3428037 w 6858000"/>
              <a:gd name="connsiteY3" fmla="*/ 6896100 h 6896100"/>
              <a:gd name="connsiteX4" fmla="*/ 3429000 w 6858000"/>
              <a:gd name="connsiteY4" fmla="*/ 6858000 h 6896100"/>
              <a:gd name="connsiteX5" fmla="*/ 0 w 6858000"/>
              <a:gd name="connsiteY5" fmla="*/ 3429000 h 6896100"/>
              <a:gd name="connsiteX6" fmla="*/ 0 w 6858000"/>
              <a:gd name="connsiteY6" fmla="*/ 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6896100">
                <a:moveTo>
                  <a:pt x="0" y="0"/>
                </a:moveTo>
                <a:cubicBezTo>
                  <a:pt x="3787569" y="0"/>
                  <a:pt x="6858000" y="3070431"/>
                  <a:pt x="6858000" y="6858000"/>
                </a:cubicBezTo>
                <a:lnTo>
                  <a:pt x="6857037" y="6896100"/>
                </a:lnTo>
                <a:lnTo>
                  <a:pt x="3428037" y="6896100"/>
                </a:lnTo>
                <a:lnTo>
                  <a:pt x="3429000" y="6858000"/>
                </a:lnTo>
                <a:cubicBezTo>
                  <a:pt x="3429000" y="4964216"/>
                  <a:pt x="1893784" y="3429000"/>
                  <a:pt x="0" y="3429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dern Era" panose="02000000000000000000" pitchFamily="2" charset="0"/>
              <a:ea typeface="+mn-ea"/>
              <a:cs typeface="+mn-cs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E52C023-57F0-B8AB-5010-CB06B26B8CE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909798" y="3429428"/>
            <a:ext cx="3428175" cy="3427317"/>
          </a:xfrm>
          <a:custGeom>
            <a:avLst/>
            <a:gdLst>
              <a:gd name="connsiteX0" fmla="*/ 0 w 6858000"/>
              <a:gd name="connsiteY0" fmla="*/ 0 h 6896100"/>
              <a:gd name="connsiteX1" fmla="*/ 6858000 w 6858000"/>
              <a:gd name="connsiteY1" fmla="*/ 6858000 h 6896100"/>
              <a:gd name="connsiteX2" fmla="*/ 6857037 w 6858000"/>
              <a:gd name="connsiteY2" fmla="*/ 6896100 h 6896100"/>
              <a:gd name="connsiteX3" fmla="*/ 3428037 w 6858000"/>
              <a:gd name="connsiteY3" fmla="*/ 6896100 h 6896100"/>
              <a:gd name="connsiteX4" fmla="*/ 3429000 w 6858000"/>
              <a:gd name="connsiteY4" fmla="*/ 6858000 h 6896100"/>
              <a:gd name="connsiteX5" fmla="*/ 0 w 6858000"/>
              <a:gd name="connsiteY5" fmla="*/ 3429000 h 6896100"/>
              <a:gd name="connsiteX6" fmla="*/ 0 w 6858000"/>
              <a:gd name="connsiteY6" fmla="*/ 0 h 6896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6896100">
                <a:moveTo>
                  <a:pt x="0" y="0"/>
                </a:moveTo>
                <a:cubicBezTo>
                  <a:pt x="3787569" y="0"/>
                  <a:pt x="6858000" y="3070431"/>
                  <a:pt x="6858000" y="6858000"/>
                </a:cubicBezTo>
                <a:lnTo>
                  <a:pt x="6857037" y="6896100"/>
                </a:lnTo>
                <a:lnTo>
                  <a:pt x="3428037" y="6896100"/>
                </a:lnTo>
                <a:lnTo>
                  <a:pt x="3429000" y="6858000"/>
                </a:lnTo>
                <a:cubicBezTo>
                  <a:pt x="3429000" y="4964216"/>
                  <a:pt x="1893784" y="3429000"/>
                  <a:pt x="0" y="3429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dern Era" panose="02000000000000000000" pitchFamily="2" charset="0"/>
              <a:ea typeface="+mn-ea"/>
              <a:cs typeface="+mn-cs"/>
            </a:endParaRPr>
          </a:p>
        </p:txBody>
      </p:sp>
      <p:pic>
        <p:nvPicPr>
          <p:cNvPr id="2" name="Picture 1" descr="A blue and black curved object&#10;&#10;AI-generated content may be incorrect.">
            <a:extLst>
              <a:ext uri="{FF2B5EF4-FFF2-40B4-BE49-F238E27FC236}">
                <a16:creationId xmlns:a16="http://schemas.microsoft.com/office/drawing/2014/main" id="{DD4B9968-5153-D0B9-7BB7-AE6566540D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5337544" y="3544"/>
            <a:ext cx="6854456" cy="6854456"/>
          </a:xfrm>
          <a:prstGeom prst="rect">
            <a:avLst/>
          </a:prstGeom>
        </p:spPr>
      </p:pic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F95C203A-D52B-A657-C45C-48D6CF1F18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4779" y="1994206"/>
            <a:ext cx="4230254" cy="13311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Workshop will resume at 1:00pm GST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F4C5F4A-8073-4912-0330-E873C149F4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4779" y="524436"/>
            <a:ext cx="4230254" cy="133115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360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This layout could be used for a lunch break</a:t>
            </a:r>
          </a:p>
        </p:txBody>
      </p:sp>
    </p:spTree>
    <p:extLst>
      <p:ext uri="{BB962C8B-B14F-4D97-AF65-F5344CB8AC3E}">
        <p14:creationId xmlns:p14="http://schemas.microsoft.com/office/powerpoint/2010/main" val="1229202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Statement 0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DF584B-AD43-294B-A5FE-729FCB1085C2}"/>
              </a:ext>
            </a:extLst>
          </p:cNvPr>
          <p:cNvSpPr txBox="1"/>
          <p:nvPr userDrawn="1"/>
        </p:nvSpPr>
        <p:spPr>
          <a:xfrm>
            <a:off x="-2755663" y="762000"/>
            <a:ext cx="2532888" cy="11974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>
                <a:latin typeface="+mn-lt"/>
              </a:rPr>
              <a:t>If you have words that you want to emphasize, use Modern Era Black.</a:t>
            </a:r>
            <a:br>
              <a:rPr lang="en-US" sz="1200">
                <a:latin typeface="+mn-lt"/>
              </a:rPr>
            </a:br>
            <a:endParaRPr lang="en-US" sz="1000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F6C04D4-CC09-F864-1344-1C5BC5F0A36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676" y="6492574"/>
            <a:ext cx="154524" cy="116044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88997E14-B6F0-5292-1CC7-47086D24B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AB683-3312-1D74-2601-19E048D0F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511585-D6CE-7344-8CF3-6895C91DBC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2028498"/>
            <a:ext cx="7071360" cy="2801005"/>
          </a:xfrm>
        </p:spPr>
        <p:txBody>
          <a:bodyPr anchor="ctr"/>
          <a:lstStyle>
            <a:lvl1pPr algn="ctr">
              <a:lnSpc>
                <a:spcPct val="100000"/>
              </a:lnSpc>
              <a:defRPr sz="2800" b="0" i="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>
                <a:effectLst/>
              </a:rPr>
              <a:t>Use this layout for a thoughtful statement in a presentation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024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Statement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DF584B-AD43-294B-A5FE-729FCB1085C2}"/>
              </a:ext>
            </a:extLst>
          </p:cNvPr>
          <p:cNvSpPr txBox="1"/>
          <p:nvPr userDrawn="1"/>
        </p:nvSpPr>
        <p:spPr>
          <a:xfrm>
            <a:off x="-2755663" y="762000"/>
            <a:ext cx="2532888" cy="11974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>
                <a:latin typeface="+mn-lt"/>
              </a:rPr>
              <a:t>If you have words that you want to emphasize, use Modern Era Black.</a:t>
            </a:r>
            <a:br>
              <a:rPr lang="en-US" sz="1200">
                <a:latin typeface="+mn-lt"/>
              </a:rPr>
            </a:br>
            <a:endParaRPr lang="en-US" sz="1000">
              <a:latin typeface="+mn-lt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88997E14-B6F0-5292-1CC7-47086D24B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67716" y="6426437"/>
            <a:ext cx="505608" cy="1821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AB683-3312-1D74-2601-19E048D0F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511585-D6CE-7344-8CF3-6895C91DBC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2028498"/>
            <a:ext cx="7071360" cy="2801005"/>
          </a:xfrm>
        </p:spPr>
        <p:txBody>
          <a:bodyPr anchor="ctr"/>
          <a:lstStyle>
            <a:lvl1pPr algn="ctr">
              <a:lnSpc>
                <a:spcPct val="100000"/>
              </a:lnSpc>
              <a:defRPr sz="28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>
                <a:effectLst/>
              </a:rPr>
              <a:t>Use this layout for a thoughtful statement in a presentation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25DF03-4756-BA9D-4039-18D732025D32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676" y="6505216"/>
            <a:ext cx="154524" cy="11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31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Statement 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DF584B-AD43-294B-A5FE-729FCB1085C2}"/>
              </a:ext>
            </a:extLst>
          </p:cNvPr>
          <p:cNvSpPr txBox="1"/>
          <p:nvPr userDrawn="1"/>
        </p:nvSpPr>
        <p:spPr>
          <a:xfrm>
            <a:off x="-2755663" y="762000"/>
            <a:ext cx="2532888" cy="11974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>
                <a:latin typeface="+mn-lt"/>
              </a:rPr>
              <a:t>If you have words that you want to emphasize, use Modern Era Black.</a:t>
            </a:r>
            <a:br>
              <a:rPr lang="en-US" sz="1200">
                <a:latin typeface="+mn-lt"/>
              </a:rPr>
            </a:br>
            <a:endParaRPr lang="en-US" sz="1000">
              <a:latin typeface="+mn-lt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88997E14-B6F0-5292-1CC7-47086D24B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AB683-3312-1D74-2601-19E048D0F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511585-D6CE-7344-8CF3-6895C91DBC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2028498"/>
            <a:ext cx="7071360" cy="2801005"/>
          </a:xfrm>
        </p:spPr>
        <p:txBody>
          <a:bodyPr anchor="ctr"/>
          <a:lstStyle>
            <a:lvl1pPr algn="ctr">
              <a:lnSpc>
                <a:spcPct val="100000"/>
              </a:lnSpc>
              <a:defRPr sz="2800" b="0" i="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>
                <a:effectLst/>
              </a:rPr>
              <a:t>Use this layout for a thoughtful statement in a presentation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686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02 -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B7B8D9-BBBB-EB2A-1151-5A6AF9F56E65}"/>
              </a:ext>
            </a:extLst>
          </p:cNvPr>
          <p:cNvSpPr txBox="1"/>
          <p:nvPr userDrawn="1"/>
        </p:nvSpPr>
        <p:spPr>
          <a:xfrm>
            <a:off x="-2755663" y="762000"/>
            <a:ext cx="2532888" cy="11974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>
                <a:latin typeface="+mn-lt"/>
              </a:rPr>
              <a:t>If you have words that you want to emphasize, use a colored underline.</a:t>
            </a:r>
            <a:br>
              <a:rPr lang="en-US" sz="1000">
                <a:latin typeface="+mn-lt"/>
              </a:rPr>
            </a:br>
            <a:br>
              <a:rPr lang="en-US" sz="1000">
                <a:latin typeface="+mn-lt"/>
              </a:rPr>
            </a:br>
            <a:r>
              <a:rPr lang="en-US" sz="1000">
                <a:latin typeface="+mn-lt"/>
              </a:rPr>
              <a:t>Tip: Send text to back while adjusting the highlight. Once done, bring text to front.</a:t>
            </a:r>
            <a:br>
              <a:rPr lang="en-US" sz="1200">
                <a:latin typeface="+mn-lt"/>
              </a:rPr>
            </a:br>
            <a:endParaRPr lang="en-US" sz="1000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A003B6-2BC2-E037-82E7-1ED452301C8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676" y="6492574"/>
            <a:ext cx="154524" cy="11604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AA5156-15AC-8E18-C622-F3D4E4D6A9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AB683-3312-1D74-2601-19E048D0F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511585-D6CE-7344-8CF3-6895C91DBC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5257" y="762001"/>
            <a:ext cx="8621486" cy="5334000"/>
          </a:xfrm>
        </p:spPr>
        <p:txBody>
          <a:bodyPr anchor="ctr"/>
          <a:lstStyle>
            <a:lvl1pPr algn="ctr">
              <a:lnSpc>
                <a:spcPct val="80000"/>
              </a:lnSpc>
              <a:defRPr sz="6000" b="0" i="0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Use this layout for a big, bold statement in a presentation.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63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03 - Center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B7B8D9-BBBB-EB2A-1151-5A6AF9F56E65}"/>
              </a:ext>
            </a:extLst>
          </p:cNvPr>
          <p:cNvSpPr txBox="1"/>
          <p:nvPr userDrawn="1"/>
        </p:nvSpPr>
        <p:spPr>
          <a:xfrm>
            <a:off x="-2755663" y="762000"/>
            <a:ext cx="2532888" cy="11974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>
                <a:latin typeface="+mn-lt"/>
              </a:rPr>
              <a:t>If you have words that you want to emphasize, use a colored underline.</a:t>
            </a:r>
            <a:br>
              <a:rPr lang="en-US" sz="1000">
                <a:latin typeface="+mn-lt"/>
              </a:rPr>
            </a:br>
            <a:br>
              <a:rPr lang="en-US" sz="1000">
                <a:latin typeface="+mn-lt"/>
              </a:rPr>
            </a:br>
            <a:r>
              <a:rPr lang="en-US" sz="1000">
                <a:latin typeface="+mn-lt"/>
              </a:rPr>
              <a:t>Tip: Send text to back while adjusting the highlight. Once done, bring text to front.</a:t>
            </a:r>
            <a:br>
              <a:rPr lang="en-US" sz="1200">
                <a:latin typeface="+mn-lt"/>
              </a:rPr>
            </a:br>
            <a:endParaRPr lang="en-US" sz="100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AA5156-15AC-8E18-C622-F3D4E4D6A9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AB683-3312-1D74-2601-19E048D0F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511585-D6CE-7344-8CF3-6895C91DBC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5257" y="762001"/>
            <a:ext cx="8621486" cy="5334000"/>
          </a:xfrm>
        </p:spPr>
        <p:txBody>
          <a:bodyPr anchor="ctr"/>
          <a:lstStyle>
            <a:lvl1pPr algn="ctr">
              <a:lnSpc>
                <a:spcPct val="80000"/>
              </a:lnSpc>
              <a:defRPr sz="6000" b="0" i="0" spc="-1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Use this layout for a big, bold statement in a presentation.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B973B9-3F94-FD55-2CB7-68BD588D430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676" y="6505216"/>
            <a:ext cx="154524" cy="11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20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04 - Center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B7B8D9-BBBB-EB2A-1151-5A6AF9F56E65}"/>
              </a:ext>
            </a:extLst>
          </p:cNvPr>
          <p:cNvSpPr txBox="1"/>
          <p:nvPr userDrawn="1"/>
        </p:nvSpPr>
        <p:spPr>
          <a:xfrm>
            <a:off x="-2755663" y="762000"/>
            <a:ext cx="2532888" cy="11974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>
                <a:latin typeface="+mn-lt"/>
              </a:rPr>
              <a:t>If you have words that you want to emphasize, use a colored underline.</a:t>
            </a:r>
            <a:br>
              <a:rPr lang="en-US" sz="1000">
                <a:latin typeface="+mn-lt"/>
              </a:rPr>
            </a:br>
            <a:br>
              <a:rPr lang="en-US" sz="1000">
                <a:latin typeface="+mn-lt"/>
              </a:rPr>
            </a:br>
            <a:r>
              <a:rPr lang="en-US" sz="1000">
                <a:latin typeface="+mn-lt"/>
              </a:rPr>
              <a:t>Tip: Send text to back while adjusting the highlight. Once done, bring text to front.</a:t>
            </a:r>
            <a:br>
              <a:rPr lang="en-US" sz="1200">
                <a:latin typeface="+mn-lt"/>
              </a:rPr>
            </a:br>
            <a:endParaRPr lang="en-US" sz="100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AA5156-15AC-8E18-C622-F3D4E4D6A9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AB683-3312-1D74-2601-19E048D0F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511585-D6CE-7344-8CF3-6895C91DBC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5257" y="762001"/>
            <a:ext cx="8621486" cy="5334000"/>
          </a:xfrm>
        </p:spPr>
        <p:txBody>
          <a:bodyPr anchor="ctr"/>
          <a:lstStyle>
            <a:lvl1pPr algn="ctr">
              <a:lnSpc>
                <a:spcPct val="80000"/>
              </a:lnSpc>
              <a:defRPr sz="6000" b="0" i="0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Use this layout for a big, bold statement in a presentation.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02 - Left Align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ECCF8C7-E1F0-6B8C-8AFB-0EF37517F6E8}"/>
              </a:ext>
            </a:extLst>
          </p:cNvPr>
          <p:cNvSpPr txBox="1"/>
          <p:nvPr userDrawn="1"/>
        </p:nvSpPr>
        <p:spPr>
          <a:xfrm>
            <a:off x="-2755663" y="762000"/>
            <a:ext cx="2532888" cy="11974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>
                <a:latin typeface="+mn-lt"/>
              </a:rPr>
              <a:t>If you have words that you want to emphasize, use a colored underline.</a:t>
            </a:r>
            <a:br>
              <a:rPr lang="en-US" sz="1000">
                <a:latin typeface="+mn-lt"/>
              </a:rPr>
            </a:br>
            <a:br>
              <a:rPr lang="en-US" sz="1000">
                <a:latin typeface="+mn-lt"/>
              </a:rPr>
            </a:br>
            <a:r>
              <a:rPr lang="en-US" sz="1000">
                <a:latin typeface="+mn-lt"/>
              </a:rPr>
              <a:t>Tip: Send text to back while adjusting the highlight. Once done, bring text to front.</a:t>
            </a:r>
            <a:br>
              <a:rPr lang="en-US" sz="1200">
                <a:latin typeface="+mn-lt"/>
              </a:rPr>
            </a:br>
            <a:endParaRPr lang="en-US" sz="1000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426F12F-D04F-2931-CD82-9A084FB619C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676" y="6492574"/>
            <a:ext cx="154524" cy="11604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71193B-74EE-15BB-C4EC-44DAA56E64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9AD6C8-696F-7B0D-E06C-501DEC809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FA5B0BE3-998D-66E5-AD89-E27DF785D3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762001"/>
            <a:ext cx="8621486" cy="5334000"/>
          </a:xfrm>
        </p:spPr>
        <p:txBody>
          <a:bodyPr anchor="ctr"/>
          <a:lstStyle>
            <a:lvl1pPr algn="l">
              <a:lnSpc>
                <a:spcPct val="80000"/>
              </a:lnSpc>
              <a:defRPr sz="6000" b="0" i="0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Use this layout for a big, bold statement in a presentation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028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03 - Left Aligne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2350D07-707B-D986-7FE4-9BE07122F35D}"/>
              </a:ext>
            </a:extLst>
          </p:cNvPr>
          <p:cNvSpPr txBox="1"/>
          <p:nvPr userDrawn="1"/>
        </p:nvSpPr>
        <p:spPr>
          <a:xfrm>
            <a:off x="-2755663" y="762000"/>
            <a:ext cx="2532888" cy="11974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>
                <a:latin typeface="+mn-lt"/>
              </a:rPr>
              <a:t>If you have words that you want to emphasize, use a colored underline.</a:t>
            </a:r>
            <a:br>
              <a:rPr lang="en-US" sz="1000">
                <a:latin typeface="+mn-lt"/>
              </a:rPr>
            </a:br>
            <a:br>
              <a:rPr lang="en-US" sz="1000">
                <a:latin typeface="+mn-lt"/>
              </a:rPr>
            </a:br>
            <a:r>
              <a:rPr lang="en-US" sz="1000">
                <a:latin typeface="+mn-lt"/>
              </a:rPr>
              <a:t>Tip: Send text to back while adjusting the highlight. Once done, bring text to front.</a:t>
            </a:r>
            <a:br>
              <a:rPr lang="en-US" sz="1200">
                <a:latin typeface="+mn-lt"/>
              </a:rPr>
            </a:br>
            <a:endParaRPr lang="en-US" sz="1000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426F12F-D04F-2931-CD82-9A084FB619C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676" y="6492574"/>
            <a:ext cx="154524" cy="11604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71193B-74EE-15BB-C4EC-44DAA56E64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67716" y="6426437"/>
            <a:ext cx="505608" cy="1821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9AD6C8-696F-7B0D-E06C-501DEC809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FA5B0BE3-998D-66E5-AD89-E27DF785D3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762001"/>
            <a:ext cx="8621486" cy="5334000"/>
          </a:xfrm>
        </p:spPr>
        <p:txBody>
          <a:bodyPr anchor="ctr"/>
          <a:lstStyle>
            <a:lvl1pPr algn="l">
              <a:lnSpc>
                <a:spcPct val="80000"/>
              </a:lnSpc>
              <a:defRPr sz="6000" b="0" i="0" spc="-1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Use this layout for a big, bold statement in a presentation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89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04 - Left Align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372CBB-609D-9274-24EC-BB6B848E15EC}"/>
              </a:ext>
            </a:extLst>
          </p:cNvPr>
          <p:cNvSpPr txBox="1"/>
          <p:nvPr userDrawn="1"/>
        </p:nvSpPr>
        <p:spPr>
          <a:xfrm>
            <a:off x="-2755663" y="762000"/>
            <a:ext cx="2532888" cy="11974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>
                <a:latin typeface="+mn-lt"/>
              </a:rPr>
              <a:t>If you have words that you want to emphasize, use a colored underline.</a:t>
            </a:r>
            <a:br>
              <a:rPr lang="en-US" sz="1000">
                <a:latin typeface="+mn-lt"/>
              </a:rPr>
            </a:br>
            <a:br>
              <a:rPr lang="en-US" sz="1000">
                <a:latin typeface="+mn-lt"/>
              </a:rPr>
            </a:br>
            <a:r>
              <a:rPr lang="en-US" sz="1000">
                <a:latin typeface="+mn-lt"/>
              </a:rPr>
              <a:t>Tip: Send text to back while adjusting the highlight. Once done, bring text to front.</a:t>
            </a:r>
            <a:br>
              <a:rPr lang="en-US" sz="1200">
                <a:latin typeface="+mn-lt"/>
              </a:rPr>
            </a:br>
            <a:endParaRPr lang="en-US" sz="100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71193B-74EE-15BB-C4EC-44DAA56E64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9AD6C8-696F-7B0D-E06C-501DEC809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FA5B0BE3-998D-66E5-AD89-E27DF785D3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762001"/>
            <a:ext cx="8621486" cy="5334000"/>
          </a:xfrm>
        </p:spPr>
        <p:txBody>
          <a:bodyPr anchor="ctr"/>
          <a:lstStyle>
            <a:lvl1pPr algn="l">
              <a:lnSpc>
                <a:spcPct val="80000"/>
              </a:lnSpc>
              <a:defRPr sz="6000" b="0" i="0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Use this layout for a big, bold statement in a presentation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12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EFA293E8-1D90-AE70-6D38-98C204E3220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676" y="6492574"/>
            <a:ext cx="154524" cy="116044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8AD7040C-4BF6-4926-75C2-68C70B1BAA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A8AA25F-3482-8350-0893-4F8C234FA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750B06-6815-FAFF-C184-FDBA9BB0F46E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525" y="795300"/>
            <a:ext cx="35558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44B3E2-4144-1299-74E9-2C726C9039DD}"/>
              </a:ext>
            </a:extLst>
          </p:cNvPr>
          <p:cNvCxnSpPr>
            <a:cxnSpLocks/>
          </p:cNvCxnSpPr>
          <p:nvPr userDrawn="1"/>
        </p:nvCxnSpPr>
        <p:spPr>
          <a:xfrm flipH="1">
            <a:off x="4331437" y="795300"/>
            <a:ext cx="35558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99D138-50BF-1695-8EF3-2B9486AAA08A}"/>
              </a:ext>
            </a:extLst>
          </p:cNvPr>
          <p:cNvCxnSpPr>
            <a:cxnSpLocks/>
          </p:cNvCxnSpPr>
          <p:nvPr userDrawn="1"/>
        </p:nvCxnSpPr>
        <p:spPr>
          <a:xfrm flipH="1">
            <a:off x="8128707" y="795300"/>
            <a:ext cx="35558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46200C4-73AF-51C1-2215-32EC5BA2BC34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8128707" y="954575"/>
            <a:ext cx="3287437" cy="2101142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3A5270B-5ED0-77FA-1939-D1B98623875B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4331437" y="954575"/>
            <a:ext cx="3287437" cy="2101142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3B9205F-5263-154E-4BCE-7E31692CE153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509893" y="954575"/>
            <a:ext cx="3319382" cy="2101142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44DCBCE-64A5-5235-E20D-E65456DD2D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6300" y="3331034"/>
            <a:ext cx="8621486" cy="2764965"/>
          </a:xfrm>
        </p:spPr>
        <p:txBody>
          <a:bodyPr anchor="b"/>
          <a:lstStyle>
            <a:lvl1pPr algn="l">
              <a:lnSpc>
                <a:spcPct val="80000"/>
              </a:lnSpc>
              <a:defRPr sz="7200" b="0" i="0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Use this layout for a big, bold statement in a presentation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AEFFC9A-325A-2DEF-DE3B-A1FC38E42223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5317" cy="208999"/>
          </a:xfrm>
          <a:prstGeom prst="rect">
            <a:avLst/>
          </a:prstGeom>
        </p:spPr>
        <p:txBody>
          <a:bodyPr tIns="0" anchor="t">
            <a:noAutofit/>
          </a:bodyPr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232147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mall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black circle&#10;&#10;AI-generated content may be incorrect.">
            <a:extLst>
              <a:ext uri="{FF2B5EF4-FFF2-40B4-BE49-F238E27FC236}">
                <a16:creationId xmlns:a16="http://schemas.microsoft.com/office/drawing/2014/main" id="{A5BD3F72-19E0-230C-DDF1-B56C5820CC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6128" y="758453"/>
            <a:ext cx="767426" cy="764242"/>
          </a:xfrm>
          <a:prstGeom prst="rect">
            <a:avLst/>
          </a:prstGeom>
        </p:spPr>
      </p:pic>
      <p:pic>
        <p:nvPicPr>
          <p:cNvPr id="13" name="Picture 12" descr="A blue and black circle&#10;&#10;AI-generated content may be incorrect.">
            <a:extLst>
              <a:ext uri="{FF2B5EF4-FFF2-40B4-BE49-F238E27FC236}">
                <a16:creationId xmlns:a16="http://schemas.microsoft.com/office/drawing/2014/main" id="{B6192742-26BB-4638-5C49-5F799354C0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702" y="762000"/>
            <a:ext cx="767426" cy="76424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36A5FC-37B8-CC3E-6FEB-A72C388331DD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C576BE-AEEA-88FD-2E90-BBC19AA94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A020AD0-3437-F48C-3543-A20F040684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676" y="5850206"/>
            <a:ext cx="9499598" cy="49504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URL, publication, and/or title goes here</a:t>
            </a:r>
          </a:p>
          <a:p>
            <a:pPr lvl="0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E6ECE-9E7E-B204-02EB-C07EDBA931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676" y="5599629"/>
            <a:ext cx="9499598" cy="237149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Source name goes here</a:t>
            </a:r>
          </a:p>
        </p:txBody>
      </p:sp>
      <p:sp>
        <p:nvSpPr>
          <p:cNvPr id="12" name="Title 10">
            <a:extLst>
              <a:ext uri="{FF2B5EF4-FFF2-40B4-BE49-F238E27FC236}">
                <a16:creationId xmlns:a16="http://schemas.microsoft.com/office/drawing/2014/main" id="{2FF7711B-F6B1-650A-F518-77C7AF7E1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6" y="1776179"/>
            <a:ext cx="9499599" cy="3560809"/>
          </a:xfrm>
        </p:spPr>
        <p:txBody>
          <a:bodyPr anchor="t"/>
          <a:lstStyle>
            <a:lvl1pPr>
              <a:lnSpc>
                <a:spcPct val="80000"/>
              </a:lnSpc>
              <a:defRPr sz="3600" b="0" i="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Quote goes here. Hent </a:t>
            </a:r>
            <a:r>
              <a:rPr lang="en-US" err="1"/>
              <a:t>derum</a:t>
            </a:r>
            <a:r>
              <a:rPr lang="en-US"/>
              <a:t> </a:t>
            </a:r>
            <a:r>
              <a:rPr lang="en-US" err="1"/>
              <a:t>quias</a:t>
            </a:r>
            <a:r>
              <a:rPr lang="en-US"/>
              <a:t> </a:t>
            </a:r>
            <a:r>
              <a:rPr lang="en-US" err="1"/>
              <a:t>piet</a:t>
            </a:r>
            <a:r>
              <a:rPr lang="en-US"/>
              <a:t> </a:t>
            </a:r>
            <a:r>
              <a:rPr lang="en-US" err="1"/>
              <a:t>quodi</a:t>
            </a:r>
            <a:r>
              <a:rPr lang="en-US"/>
              <a:t> </a:t>
            </a:r>
            <a:r>
              <a:rPr lang="en-US" err="1"/>
              <a:t>oditio</a:t>
            </a:r>
            <a:r>
              <a:rPr lang="en-US"/>
              <a:t> id </a:t>
            </a:r>
            <a:r>
              <a:rPr lang="en-US" err="1"/>
              <a:t>etus</a:t>
            </a:r>
            <a:r>
              <a:rPr lang="en-US"/>
              <a:t> </a:t>
            </a:r>
            <a:r>
              <a:rPr lang="en-US" err="1"/>
              <a:t>dit</a:t>
            </a:r>
            <a:r>
              <a:rPr lang="en-US"/>
              <a:t>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27C8173-345D-7989-F3AF-70B6BABF263C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5317" cy="208999"/>
          </a:xfrm>
          <a:prstGeom prst="rect">
            <a:avLst/>
          </a:prstGeom>
        </p:spPr>
        <p:txBody>
          <a:bodyPr tIns="0" anchor="t">
            <a:noAutofit/>
          </a:bodyPr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829012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arge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and black circle&#10;&#10;AI-generated content may be incorrect.">
            <a:extLst>
              <a:ext uri="{FF2B5EF4-FFF2-40B4-BE49-F238E27FC236}">
                <a16:creationId xmlns:a16="http://schemas.microsoft.com/office/drawing/2014/main" id="{44B1F257-50ED-3C1E-587E-4BFAF77EF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2451" y="1281915"/>
            <a:ext cx="1275334" cy="1270042"/>
          </a:xfrm>
          <a:prstGeom prst="rect">
            <a:avLst/>
          </a:prstGeom>
        </p:spPr>
      </p:pic>
      <p:pic>
        <p:nvPicPr>
          <p:cNvPr id="14" name="Picture 13" descr="A blue and black circle&#10;&#10;AI-generated content may be incorrect.">
            <a:extLst>
              <a:ext uri="{FF2B5EF4-FFF2-40B4-BE49-F238E27FC236}">
                <a16:creationId xmlns:a16="http://schemas.microsoft.com/office/drawing/2014/main" id="{0833542B-AC70-189B-EC11-AED9D11ED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242" y="1281915"/>
            <a:ext cx="1275334" cy="127004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4620FE-F755-8BEE-7BDE-5E6F8C42F3B1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C576BE-AEEA-88FD-2E90-BBC19AA94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0EE03D-1AC8-C665-1648-3F8A3DBD4BF1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5317" cy="208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buNone/>
              <a:defRPr sz="1000" b="0" i="0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A020AD0-3437-F48C-3543-A20F040684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676" y="5850206"/>
            <a:ext cx="9499598" cy="495046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URL, publication, and/or title goes here</a:t>
            </a:r>
          </a:p>
          <a:p>
            <a:pPr lvl="0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E6ECE-9E7E-B204-02EB-C07EDBA931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676" y="5599629"/>
            <a:ext cx="9499598" cy="237149"/>
          </a:xfrm>
          <a:prstGeom prst="rect">
            <a:avLst/>
          </a:prstGeom>
        </p:spPr>
        <p:txBody>
          <a:bodyPr tIns="0" bIns="0">
            <a:noAutofit/>
          </a:bodyPr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Source name goes here</a:t>
            </a:r>
          </a:p>
        </p:txBody>
      </p:sp>
      <p:sp>
        <p:nvSpPr>
          <p:cNvPr id="12" name="Title 10">
            <a:extLst>
              <a:ext uri="{FF2B5EF4-FFF2-40B4-BE49-F238E27FC236}">
                <a16:creationId xmlns:a16="http://schemas.microsoft.com/office/drawing/2014/main" id="{2FF7711B-F6B1-650A-F518-77C7AF7E1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6" y="2311400"/>
            <a:ext cx="9499599" cy="3025588"/>
          </a:xfrm>
        </p:spPr>
        <p:txBody>
          <a:bodyPr anchor="t"/>
          <a:lstStyle>
            <a:lvl1pPr>
              <a:lnSpc>
                <a:spcPct val="80000"/>
              </a:lnSpc>
              <a:defRPr sz="6000" b="0" i="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Quote goes here. Hent </a:t>
            </a:r>
            <a:r>
              <a:rPr lang="en-US" err="1"/>
              <a:t>derum</a:t>
            </a:r>
            <a:r>
              <a:rPr lang="en-US"/>
              <a:t> </a:t>
            </a:r>
            <a:r>
              <a:rPr lang="en-US" err="1"/>
              <a:t>quias</a:t>
            </a:r>
            <a:r>
              <a:rPr lang="en-US"/>
              <a:t> </a:t>
            </a:r>
            <a:r>
              <a:rPr lang="en-US" err="1"/>
              <a:t>piet</a:t>
            </a:r>
            <a:r>
              <a:rPr lang="en-US"/>
              <a:t> </a:t>
            </a:r>
            <a:r>
              <a:rPr lang="en-US" err="1"/>
              <a:t>quodi</a:t>
            </a:r>
            <a:r>
              <a:rPr lang="en-US"/>
              <a:t> </a:t>
            </a:r>
            <a:r>
              <a:rPr lang="en-US" err="1"/>
              <a:t>oditio</a:t>
            </a:r>
            <a:r>
              <a:rPr lang="en-US"/>
              <a:t> id </a:t>
            </a:r>
            <a:r>
              <a:rPr lang="en-US" err="1"/>
              <a:t>etus</a:t>
            </a:r>
            <a:r>
              <a:rPr lang="en-US"/>
              <a:t> </a:t>
            </a:r>
            <a:r>
              <a:rPr lang="en-US" err="1"/>
              <a:t>dit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81972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Mobi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4B49E3-20B9-4767-51B4-9FBEB27B7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4611AA0-C1D1-9A6E-D080-7B9DD2D6FE2D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525464" y="1767736"/>
            <a:ext cx="4800680" cy="4332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6F5C275-40EC-F365-B28B-90C350382B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619256"/>
            <a:ext cx="4800681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EBBCF12-DC9A-D54D-359E-169B4A655655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5317" cy="208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buNone/>
              <a:defRPr sz="1000" b="0" i="0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3CAB4E5A-B74C-BC23-0E86-4F305B7015D6}"/>
              </a:ext>
            </a:extLst>
          </p:cNvPr>
          <p:cNvSpPr>
            <a:spLocks noGrp="1"/>
          </p:cNvSpPr>
          <p:nvPr>
            <p:ph sz="quarter" idx="63" hasCustomPrompt="1"/>
          </p:nvPr>
        </p:nvSpPr>
        <p:spPr>
          <a:xfrm>
            <a:off x="7444465" y="758825"/>
            <a:ext cx="2627312" cy="5340350"/>
          </a:xfrm>
          <a:prstGeom prst="roundRect">
            <a:avLst>
              <a:gd name="adj" fmla="val 12274"/>
            </a:avLst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40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Mobile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CA177D1E-3E64-2411-FE15-6E3F7DCEB9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5842916" y="513760"/>
            <a:ext cx="5823619" cy="5829719"/>
          </a:xfrm>
          <a:solidFill>
            <a:schemeClr val="tx1">
              <a:lumMod val="65000"/>
              <a:lumOff val="3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4B49E3-20B9-4767-51B4-9FBEB27B7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4611AA0-C1D1-9A6E-D080-7B9DD2D6FE2D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525464" y="1767736"/>
            <a:ext cx="4800680" cy="4332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6F5C275-40EC-F365-B28B-90C350382B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619256"/>
            <a:ext cx="4800681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EBBCF12-DC9A-D54D-359E-169B4A655655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5317" cy="208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buNone/>
              <a:defRPr sz="1000" b="0" i="0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3CAB4E5A-B74C-BC23-0E86-4F305B7015D6}"/>
              </a:ext>
            </a:extLst>
          </p:cNvPr>
          <p:cNvSpPr>
            <a:spLocks noGrp="1"/>
          </p:cNvSpPr>
          <p:nvPr>
            <p:ph sz="quarter" idx="63" hasCustomPrompt="1"/>
          </p:nvPr>
        </p:nvSpPr>
        <p:spPr>
          <a:xfrm>
            <a:off x="7444465" y="758825"/>
            <a:ext cx="2627312" cy="5340350"/>
          </a:xfrm>
          <a:prstGeom prst="roundRect">
            <a:avLst>
              <a:gd name="adj" fmla="val 12274"/>
            </a:avLst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80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Multi scree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1B86EEDA-B49F-9566-9705-87D9CB024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79277E-8FC1-1968-E159-6BCE01D9D1BD}"/>
              </a:ext>
            </a:extLst>
          </p:cNvPr>
          <p:cNvSpPr txBox="1"/>
          <p:nvPr userDrawn="1"/>
        </p:nvSpPr>
        <p:spPr>
          <a:xfrm>
            <a:off x="11052810" y="3086100"/>
            <a:ext cx="0" cy="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indent="0" algn="ctr">
              <a:buFont typeface="Modern Era" panose="02000000000000000000" pitchFamily="50" charset="0"/>
              <a:buNone/>
            </a:pPr>
            <a:endParaRPr lang="en-US" sz="14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3676215-3EAA-6B37-8D95-D3F74498331C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525464" y="1767736"/>
            <a:ext cx="4800680" cy="4332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734E1181-0B35-6B5F-1B39-BEF575C47B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619256"/>
            <a:ext cx="4800681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442D2EA-95DB-9ED3-F48A-DFDDFB1BDFAE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5317" cy="208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buNone/>
              <a:defRPr sz="1000" b="0" i="0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A919D993-48FB-41AE-E3D7-CBECACACA991}"/>
              </a:ext>
            </a:extLst>
          </p:cNvPr>
          <p:cNvSpPr>
            <a:spLocks noGrp="1"/>
          </p:cNvSpPr>
          <p:nvPr>
            <p:ph sz="quarter" idx="69" hasCustomPrompt="1"/>
          </p:nvPr>
        </p:nvSpPr>
        <p:spPr>
          <a:xfrm>
            <a:off x="6377547" y="-898285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61652" dist="231252" dir="2340000" sx="98000" sy="98000" algn="ctr" rotWithShape="0">
              <a:srgbClr val="000000">
                <a:alpha val="22000"/>
              </a:srgbClr>
            </a:outerShdw>
          </a:effectLst>
        </p:spPr>
        <p:txBody>
          <a:bodyPr vert="horz" lIns="0" tIns="45720" rIns="0" bIns="45720" rtlCol="0" anchor="ctr">
            <a:noAutofit/>
          </a:bodyPr>
          <a:lstStyle>
            <a:lvl1pPr>
              <a:defRPr lang="en-US" dirty="0"/>
            </a:lvl1pPr>
          </a:lstStyle>
          <a:p>
            <a:pPr marL="0" lvl="0" algn="ctr"/>
            <a:r>
              <a:rPr lang="en-US"/>
              <a:t>Click to add image or video</a:t>
            </a:r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EDD049A3-5FA4-FD5A-1A99-04CB5346A23A}"/>
              </a:ext>
            </a:extLst>
          </p:cNvPr>
          <p:cNvSpPr>
            <a:spLocks noGrp="1"/>
          </p:cNvSpPr>
          <p:nvPr>
            <p:ph sz="quarter" idx="70" hasCustomPrompt="1"/>
          </p:nvPr>
        </p:nvSpPr>
        <p:spPr>
          <a:xfrm>
            <a:off x="6377547" y="3429000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61652" dist="231252" dir="2340000" sx="98000" sy="98000" algn="ctr" rotWithShape="0">
              <a:srgbClr val="000000">
                <a:alpha val="22000"/>
              </a:srgbClr>
            </a:outerShdw>
          </a:effectLst>
        </p:spPr>
        <p:txBody>
          <a:bodyPr vert="horz" lIns="0" tIns="45720" rIns="0" bIns="45720" rtlCol="0" anchor="ctr">
            <a:noAutofit/>
          </a:bodyPr>
          <a:lstStyle>
            <a:lvl1pPr>
              <a:defRPr lang="en-US"/>
            </a:lvl1pPr>
          </a:lstStyle>
          <a:p>
            <a:pPr marL="0" lvl="0" algn="ctr"/>
            <a:r>
              <a:rPr lang="en-US"/>
              <a:t>Click to add image or video</a:t>
            </a:r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5A09580F-4062-A0FE-A835-A5F29AFFD573}"/>
              </a:ext>
            </a:extLst>
          </p:cNvPr>
          <p:cNvSpPr>
            <a:spLocks noGrp="1"/>
          </p:cNvSpPr>
          <p:nvPr>
            <p:ph sz="quarter" idx="71" hasCustomPrompt="1"/>
          </p:nvPr>
        </p:nvSpPr>
        <p:spPr>
          <a:xfrm>
            <a:off x="8635439" y="-3090226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61652" dist="231252" dir="2340000" sx="98000" sy="98000" algn="ctr" rotWithShape="0">
              <a:srgbClr val="000000">
                <a:alpha val="22000"/>
              </a:srgbClr>
            </a:outerShdw>
          </a:effectLst>
        </p:spPr>
        <p:txBody>
          <a:bodyPr vert="horz" lIns="0" tIns="45720" rIns="0" bIns="45720" rtlCol="0" anchor="ctr">
            <a:noAutofit/>
          </a:bodyPr>
          <a:lstStyle>
            <a:lvl1pPr>
              <a:defRPr lang="en-US"/>
            </a:lvl1pPr>
          </a:lstStyle>
          <a:p>
            <a:pPr marL="0" lvl="0" algn="ctr"/>
            <a:r>
              <a:rPr lang="en-US"/>
              <a:t>Click to add image or video</a:t>
            </a:r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C36F1DB-C50E-C9EC-7475-861519600808}"/>
              </a:ext>
            </a:extLst>
          </p:cNvPr>
          <p:cNvSpPr>
            <a:spLocks noGrp="1"/>
          </p:cNvSpPr>
          <p:nvPr>
            <p:ph sz="quarter" idx="72" hasCustomPrompt="1"/>
          </p:nvPr>
        </p:nvSpPr>
        <p:spPr>
          <a:xfrm>
            <a:off x="8635439" y="1227250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61652" dist="231252" dir="2340000" sx="98000" sy="98000" algn="ctr" rotWithShape="0">
              <a:srgbClr val="000000">
                <a:alpha val="22000"/>
              </a:srgbClr>
            </a:outerShdw>
          </a:effectLst>
        </p:spPr>
        <p:txBody>
          <a:bodyPr vert="horz" lIns="0" tIns="45720" rIns="0" bIns="45720" rtlCol="0" anchor="ctr">
            <a:noAutofit/>
          </a:bodyPr>
          <a:lstStyle>
            <a:lvl1pPr>
              <a:defRPr lang="en-US"/>
            </a:lvl1pPr>
          </a:lstStyle>
          <a:p>
            <a:pPr marL="0" lvl="0" algn="ctr"/>
            <a:r>
              <a:rPr lang="en-US"/>
              <a:t>Click to add image or video</a:t>
            </a:r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19200BA3-42D4-6978-55A0-1CF89007DF1F}"/>
              </a:ext>
            </a:extLst>
          </p:cNvPr>
          <p:cNvSpPr>
            <a:spLocks noGrp="1"/>
          </p:cNvSpPr>
          <p:nvPr>
            <p:ph sz="quarter" idx="74" hasCustomPrompt="1"/>
          </p:nvPr>
        </p:nvSpPr>
        <p:spPr>
          <a:xfrm>
            <a:off x="8635439" y="5544726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61652" dist="231252" dir="2340000" sx="98000" sy="98000" algn="ctr" rotWithShape="0">
              <a:srgbClr val="000000">
                <a:alpha val="22000"/>
              </a:srgbClr>
            </a:outerShdw>
          </a:effectLst>
        </p:spPr>
        <p:txBody>
          <a:bodyPr vert="horz" lIns="0" tIns="45720" rIns="0" bIns="45720" rtlCol="0" anchor="ctr">
            <a:noAutofit/>
          </a:bodyPr>
          <a:lstStyle>
            <a:lvl1pPr>
              <a:defRPr lang="en-US"/>
            </a:lvl1pPr>
          </a:lstStyle>
          <a:p>
            <a:pPr marL="0" lvl="0" algn="ctr"/>
            <a:r>
              <a:rPr lang="en-US"/>
              <a:t>Click to add image or video</a:t>
            </a:r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</p:txBody>
      </p:sp>
      <p:sp>
        <p:nvSpPr>
          <p:cNvPr id="19" name="Content Placeholder 9">
            <a:extLst>
              <a:ext uri="{FF2B5EF4-FFF2-40B4-BE49-F238E27FC236}">
                <a16:creationId xmlns:a16="http://schemas.microsoft.com/office/drawing/2014/main" id="{59B5C326-9BC5-DEC2-8579-49F4556E4C59}"/>
              </a:ext>
            </a:extLst>
          </p:cNvPr>
          <p:cNvSpPr>
            <a:spLocks noGrp="1"/>
          </p:cNvSpPr>
          <p:nvPr>
            <p:ph sz="quarter" idx="75" hasCustomPrompt="1"/>
          </p:nvPr>
        </p:nvSpPr>
        <p:spPr>
          <a:xfrm>
            <a:off x="10925810" y="-898285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61652" dist="231252" dir="2340000" sx="98000" sy="98000" algn="ctr" rotWithShape="0">
              <a:srgbClr val="000000">
                <a:alpha val="22000"/>
              </a:srgbClr>
            </a:outerShdw>
          </a:effectLst>
        </p:spPr>
        <p:txBody>
          <a:bodyPr vert="horz" lIns="0" tIns="45720" rIns="0" bIns="45720" rtlCol="0" anchor="ctr">
            <a:noAutofit/>
          </a:bodyPr>
          <a:lstStyle>
            <a:lvl1pPr>
              <a:defRPr lang="en-US" dirty="0"/>
            </a:lvl1pPr>
          </a:lstStyle>
          <a:p>
            <a:pPr marL="0" lvl="0" algn="ctr"/>
            <a:r>
              <a:rPr lang="en-US"/>
              <a:t>Click to add image or video</a:t>
            </a:r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416C5CA3-16F4-17D2-6FA6-950B0B9B75BD}"/>
              </a:ext>
            </a:extLst>
          </p:cNvPr>
          <p:cNvSpPr>
            <a:spLocks noGrp="1"/>
          </p:cNvSpPr>
          <p:nvPr>
            <p:ph sz="quarter" idx="76" hasCustomPrompt="1"/>
          </p:nvPr>
        </p:nvSpPr>
        <p:spPr>
          <a:xfrm>
            <a:off x="10925810" y="3429000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61652" dist="231252" dir="2340000" sx="98000" sy="98000" algn="ctr" rotWithShape="0">
              <a:srgbClr val="000000">
                <a:alpha val="22000"/>
              </a:srgbClr>
            </a:outerShdw>
          </a:effectLst>
        </p:spPr>
        <p:txBody>
          <a:bodyPr vert="horz" lIns="0" tIns="45720" rIns="0" bIns="45720" rtlCol="0" anchor="ctr">
            <a:noAutofit/>
          </a:bodyPr>
          <a:lstStyle>
            <a:lvl1pPr>
              <a:defRPr lang="en-US" dirty="0"/>
            </a:lvl1pPr>
          </a:lstStyle>
          <a:p>
            <a:pPr marL="0" lvl="0" algn="ctr"/>
            <a:r>
              <a:rPr lang="en-US"/>
              <a:t>Click to add image or video</a:t>
            </a:r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173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Multi screens ang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95C2E-E4DC-4118-4546-26A3CE4A0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78AAF05-60FC-D46E-C726-185B223384A4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525464" y="1767736"/>
            <a:ext cx="4800680" cy="4332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EA5F9C3-1B79-F7DE-DC72-3F5D154D9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619256"/>
            <a:ext cx="4800681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79277E-8FC1-1968-E159-6BCE01D9D1BD}"/>
              </a:ext>
            </a:extLst>
          </p:cNvPr>
          <p:cNvSpPr txBox="1"/>
          <p:nvPr userDrawn="1"/>
        </p:nvSpPr>
        <p:spPr>
          <a:xfrm>
            <a:off x="11052810" y="3086100"/>
            <a:ext cx="0" cy="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indent="0" algn="ctr">
              <a:buFont typeface="Modern Era" panose="02000000000000000000" pitchFamily="50" charset="0"/>
              <a:buNone/>
            </a:pPr>
            <a:endParaRPr lang="en-US" sz="140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3C5A168-2CD6-C948-13EA-8321BC9833E9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5317" cy="208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buNone/>
              <a:defRPr sz="1000" b="0" i="0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58CE8BD-7BFD-D2E2-A3C1-2FA5B91391D8}"/>
              </a:ext>
            </a:extLst>
          </p:cNvPr>
          <p:cNvSpPr>
            <a:spLocks noGrp="1"/>
          </p:cNvSpPr>
          <p:nvPr>
            <p:ph sz="quarter" idx="69" hasCustomPrompt="1"/>
          </p:nvPr>
        </p:nvSpPr>
        <p:spPr>
          <a:xfrm rot="19800000">
            <a:off x="6754642" y="-230574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61652" dist="231252" dir="2340000" sx="98000" sy="98000" algn="ctr" rotWithShape="0">
              <a:srgbClr val="000000">
                <a:alpha val="22000"/>
              </a:srgbClr>
            </a:outerShdw>
          </a:effectLst>
        </p:spPr>
        <p:txBody>
          <a:bodyPr vert="horz" lIns="0" tIns="45720" rIns="0" bIns="45720" rtlCol="0" anchor="ctr">
            <a:noAutofit/>
          </a:bodyPr>
          <a:lstStyle>
            <a:lvl1pPr>
              <a:defRPr lang="en-US" dirty="0"/>
            </a:lvl1pPr>
          </a:lstStyle>
          <a:p>
            <a:pPr marL="0" lvl="0" algn="ctr"/>
            <a:r>
              <a:rPr lang="en-US"/>
              <a:t>Click to add image or video</a:t>
            </a:r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377BA9FC-9C46-DDAC-D92D-02BD8AB5A1F3}"/>
              </a:ext>
            </a:extLst>
          </p:cNvPr>
          <p:cNvSpPr>
            <a:spLocks noGrp="1"/>
          </p:cNvSpPr>
          <p:nvPr>
            <p:ph sz="quarter" idx="70" hasCustomPrompt="1"/>
          </p:nvPr>
        </p:nvSpPr>
        <p:spPr>
          <a:xfrm rot="19800000">
            <a:off x="9884234" y="695501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61652" dist="231252" dir="2340000" sx="98000" sy="98000" algn="ctr" rotWithShape="0">
              <a:srgbClr val="000000">
                <a:alpha val="22000"/>
              </a:srgbClr>
            </a:outerShdw>
          </a:effectLst>
        </p:spPr>
        <p:txBody>
          <a:bodyPr vert="horz" lIns="0" tIns="45720" rIns="0" bIns="45720" rtlCol="0" anchor="ctr">
            <a:noAutofit/>
          </a:bodyPr>
          <a:lstStyle>
            <a:lvl1pPr>
              <a:defRPr lang="en-US" dirty="0"/>
            </a:lvl1pPr>
          </a:lstStyle>
          <a:p>
            <a:pPr marL="0" lvl="0" algn="ctr"/>
            <a:r>
              <a:rPr lang="en-US"/>
              <a:t>Click to add image or video</a:t>
            </a:r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</p:txBody>
      </p:sp>
      <p:sp>
        <p:nvSpPr>
          <p:cNvPr id="19" name="Content Placeholder 9">
            <a:extLst>
              <a:ext uri="{FF2B5EF4-FFF2-40B4-BE49-F238E27FC236}">
                <a16:creationId xmlns:a16="http://schemas.microsoft.com/office/drawing/2014/main" id="{69EDB7BC-CFC0-C1FB-9B4A-67A6609B590B}"/>
              </a:ext>
            </a:extLst>
          </p:cNvPr>
          <p:cNvSpPr>
            <a:spLocks noGrp="1"/>
          </p:cNvSpPr>
          <p:nvPr>
            <p:ph sz="quarter" idx="71" hasCustomPrompt="1"/>
          </p:nvPr>
        </p:nvSpPr>
        <p:spPr>
          <a:xfrm rot="19800000">
            <a:off x="6547253" y="3879511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61652" dist="231252" dir="2340000" sx="98000" sy="98000" algn="ctr" rotWithShape="0">
              <a:srgbClr val="000000">
                <a:alpha val="22000"/>
              </a:srgbClr>
            </a:outerShdw>
          </a:effectLst>
        </p:spPr>
        <p:txBody>
          <a:bodyPr vert="horz" lIns="0" tIns="45720" rIns="0" bIns="45720" rtlCol="0" anchor="ctr">
            <a:noAutofit/>
          </a:bodyPr>
          <a:lstStyle>
            <a:lvl1pPr>
              <a:defRPr lang="en-US" dirty="0"/>
            </a:lvl1pPr>
          </a:lstStyle>
          <a:p>
            <a:pPr marL="0" lvl="0" algn="ctr"/>
            <a:r>
              <a:rPr lang="en-US"/>
              <a:t>Click to add image or video</a:t>
            </a:r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13A96AF6-A254-A2C5-375E-4A65B23B97F9}"/>
              </a:ext>
            </a:extLst>
          </p:cNvPr>
          <p:cNvSpPr>
            <a:spLocks noGrp="1"/>
          </p:cNvSpPr>
          <p:nvPr>
            <p:ph sz="quarter" idx="72" hasCustomPrompt="1"/>
          </p:nvPr>
        </p:nvSpPr>
        <p:spPr>
          <a:xfrm rot="19800000">
            <a:off x="8941661" y="3502439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61652" dist="231252" dir="2340000" sx="98000" sy="98000" algn="ctr" rotWithShape="0">
              <a:srgbClr val="000000">
                <a:alpha val="22000"/>
              </a:srgbClr>
            </a:outerShdw>
          </a:effectLst>
        </p:spPr>
        <p:txBody>
          <a:bodyPr vert="horz" lIns="0" tIns="45720" rIns="0" bIns="45720" rtlCol="0" anchor="ctr">
            <a:noAutofit/>
          </a:bodyPr>
          <a:lstStyle>
            <a:lvl1pPr>
              <a:defRPr lang="en-US" dirty="0"/>
            </a:lvl1pPr>
          </a:lstStyle>
          <a:p>
            <a:pPr marL="0" lvl="0" algn="ctr"/>
            <a:r>
              <a:rPr lang="en-US"/>
              <a:t>Click to add image or video</a:t>
            </a:r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6BD0DA42-DF2D-4F23-79AD-EC4B350A68C1}"/>
              </a:ext>
            </a:extLst>
          </p:cNvPr>
          <p:cNvSpPr>
            <a:spLocks noGrp="1"/>
          </p:cNvSpPr>
          <p:nvPr>
            <p:ph sz="quarter" idx="73" hasCustomPrompt="1"/>
          </p:nvPr>
        </p:nvSpPr>
        <p:spPr>
          <a:xfrm rot="19800000">
            <a:off x="12071253" y="4392508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61652" dist="231252" dir="2340000" sx="98000" sy="98000" algn="ctr" rotWithShape="0">
              <a:srgbClr val="000000">
                <a:alpha val="22000"/>
              </a:srgbClr>
            </a:outerShdw>
          </a:effectLst>
        </p:spPr>
        <p:txBody>
          <a:bodyPr vert="horz" lIns="0" tIns="45720" rIns="0" bIns="45720" rtlCol="0" anchor="ctr">
            <a:noAutofit/>
          </a:bodyPr>
          <a:lstStyle>
            <a:lvl1pPr>
              <a:defRPr lang="en-US" dirty="0"/>
            </a:lvl1pPr>
          </a:lstStyle>
          <a:p>
            <a:pPr marL="0" lvl="0" algn="ctr"/>
            <a:r>
              <a:rPr lang="en-US"/>
              <a:t>Click to add image or video</a:t>
            </a:r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839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Mobile - Four-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7BD4A14-2459-7056-2B41-0BC5B0209F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3ABEF37-B90E-DB8A-3F92-95807852B3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616" y="588262"/>
            <a:ext cx="7338223" cy="7680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D4C34EA-8661-95D0-0B99-B111B7C84876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5317" cy="208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buNone/>
              <a:defRPr sz="1000" b="0" i="0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8838769-E3B6-CFCE-9E79-04F889E8258B}"/>
              </a:ext>
            </a:extLst>
          </p:cNvPr>
          <p:cNvSpPr>
            <a:spLocks noGrp="1"/>
          </p:cNvSpPr>
          <p:nvPr>
            <p:ph sz="quarter" idx="65" hasCustomPrompt="1"/>
          </p:nvPr>
        </p:nvSpPr>
        <p:spPr>
          <a:xfrm>
            <a:off x="6439639" y="1526286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61652" dist="231252" dir="2340000" sx="98000" sy="98000" algn="ctr" rotWithShape="0">
              <a:srgbClr val="000000">
                <a:alpha val="22000"/>
              </a:srgbClr>
            </a:outerShdw>
          </a:effectLst>
        </p:spPr>
        <p:txBody>
          <a:bodyPr vert="horz" lIns="0" tIns="45720" rIns="0" bIns="45720" rtlCol="0" anchor="ctr">
            <a:noAutofit/>
          </a:bodyPr>
          <a:lstStyle>
            <a:lvl1pPr>
              <a:defRPr lang="en-US"/>
            </a:lvl1pPr>
          </a:lstStyle>
          <a:p>
            <a:pPr marL="0" lvl="0" algn="ctr"/>
            <a:r>
              <a:rPr lang="en-US"/>
              <a:t>Click to add image or video</a:t>
            </a:r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FD9E478-CBB4-24D7-F17D-C7AEEC5D9026}"/>
              </a:ext>
            </a:extLst>
          </p:cNvPr>
          <p:cNvSpPr>
            <a:spLocks noGrp="1"/>
          </p:cNvSpPr>
          <p:nvPr>
            <p:ph sz="quarter" idx="66" hasCustomPrompt="1"/>
          </p:nvPr>
        </p:nvSpPr>
        <p:spPr>
          <a:xfrm>
            <a:off x="3729115" y="1526286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61652" dist="231252" dir="2340000" sx="98000" sy="98000" algn="ctr" rotWithShape="0">
              <a:srgbClr val="000000">
                <a:alpha val="22000"/>
              </a:srgbClr>
            </a:outerShdw>
          </a:effectLst>
        </p:spPr>
        <p:txBody>
          <a:bodyPr vert="horz" lIns="0" tIns="45720" rIns="0" bIns="45720" rtlCol="0" anchor="ctr">
            <a:noAutofit/>
          </a:bodyPr>
          <a:lstStyle>
            <a:lvl1pPr>
              <a:defRPr lang="en-US"/>
            </a:lvl1pPr>
          </a:lstStyle>
          <a:p>
            <a:pPr marL="0" lvl="0" algn="ctr"/>
            <a:r>
              <a:rPr lang="en-US"/>
              <a:t>Click to add image or video</a:t>
            </a:r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E51ECA8D-CD6E-089B-73BD-FD70AB7404A7}"/>
              </a:ext>
            </a:extLst>
          </p:cNvPr>
          <p:cNvSpPr>
            <a:spLocks noGrp="1"/>
          </p:cNvSpPr>
          <p:nvPr>
            <p:ph sz="quarter" idx="67" hasCustomPrompt="1"/>
          </p:nvPr>
        </p:nvSpPr>
        <p:spPr>
          <a:xfrm>
            <a:off x="1018934" y="1526286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61652" dist="231252" dir="2340000" sx="98000" sy="98000" algn="ctr" rotWithShape="0">
              <a:srgbClr val="000000">
                <a:alpha val="22000"/>
              </a:srgbClr>
            </a:outerShdw>
          </a:effectLst>
        </p:spPr>
        <p:txBody>
          <a:bodyPr vert="horz" lIns="0" tIns="45720" rIns="0" bIns="45720" rtlCol="0" anchor="ctr">
            <a:noAutofit/>
          </a:bodyPr>
          <a:lstStyle>
            <a:lvl1pPr>
              <a:defRPr lang="en-US"/>
            </a:lvl1pPr>
          </a:lstStyle>
          <a:p>
            <a:pPr marL="0" lvl="0" algn="ctr"/>
            <a:r>
              <a:rPr lang="en-US"/>
              <a:t>Click to add image or video</a:t>
            </a:r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942B9FDA-369C-3E49-6548-5F2D1A967629}"/>
              </a:ext>
            </a:extLst>
          </p:cNvPr>
          <p:cNvSpPr>
            <a:spLocks noGrp="1"/>
          </p:cNvSpPr>
          <p:nvPr>
            <p:ph sz="quarter" idx="68" hasCustomPrompt="1"/>
          </p:nvPr>
        </p:nvSpPr>
        <p:spPr>
          <a:xfrm>
            <a:off x="9150506" y="1526286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61652" dist="231252" dir="2340000" sx="98000" sy="98000" algn="ctr" rotWithShape="0">
              <a:srgbClr val="000000">
                <a:alpha val="22000"/>
              </a:srgbClr>
            </a:outerShdw>
          </a:effectLst>
        </p:spPr>
        <p:txBody>
          <a:bodyPr vert="horz" lIns="0" tIns="45720" rIns="0" bIns="45720" rtlCol="0" anchor="ctr">
            <a:noAutofit/>
          </a:bodyPr>
          <a:lstStyle>
            <a:lvl1pPr>
              <a:defRPr lang="en-US"/>
            </a:lvl1pPr>
          </a:lstStyle>
          <a:p>
            <a:pPr marL="0" lvl="0" algn="ctr"/>
            <a:r>
              <a:rPr lang="en-US"/>
              <a:t>Click to add image or video</a:t>
            </a:r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4776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Mobile -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D1C91268-737D-1824-8D74-EC279FC266A9}"/>
              </a:ext>
            </a:extLst>
          </p:cNvPr>
          <p:cNvSpPr>
            <a:spLocks noGrp="1"/>
          </p:cNvSpPr>
          <p:nvPr>
            <p:ph sz="quarter" idx="80" hasCustomPrompt="1"/>
          </p:nvPr>
        </p:nvSpPr>
        <p:spPr>
          <a:xfrm>
            <a:off x="5158840" y="-525697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98FC0A19-7939-CA99-F69F-607682168F72}"/>
              </a:ext>
            </a:extLst>
          </p:cNvPr>
          <p:cNvSpPr>
            <a:spLocks noGrp="1"/>
          </p:cNvSpPr>
          <p:nvPr>
            <p:ph sz="quarter" idx="81" hasCustomPrompt="1"/>
          </p:nvPr>
        </p:nvSpPr>
        <p:spPr>
          <a:xfrm>
            <a:off x="5158840" y="3682746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BFD2BE0A-2A06-6194-DE8D-66E83B7C7C2F}"/>
              </a:ext>
            </a:extLst>
          </p:cNvPr>
          <p:cNvSpPr>
            <a:spLocks noGrp="1"/>
          </p:cNvSpPr>
          <p:nvPr>
            <p:ph sz="quarter" idx="82" hasCustomPrompt="1"/>
          </p:nvPr>
        </p:nvSpPr>
        <p:spPr>
          <a:xfrm>
            <a:off x="7511277" y="-2829563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C0A74C17-4C35-4DEA-3BFD-0098F708F92E}"/>
              </a:ext>
            </a:extLst>
          </p:cNvPr>
          <p:cNvSpPr>
            <a:spLocks noGrp="1"/>
          </p:cNvSpPr>
          <p:nvPr>
            <p:ph sz="quarter" idx="83" hasCustomPrompt="1"/>
          </p:nvPr>
        </p:nvSpPr>
        <p:spPr>
          <a:xfrm>
            <a:off x="7511277" y="1378880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C5B9DA24-8709-0869-C78E-9B7E682C48D0}"/>
              </a:ext>
            </a:extLst>
          </p:cNvPr>
          <p:cNvSpPr>
            <a:spLocks noGrp="1"/>
          </p:cNvSpPr>
          <p:nvPr>
            <p:ph sz="quarter" idx="84" hasCustomPrompt="1"/>
          </p:nvPr>
        </p:nvSpPr>
        <p:spPr>
          <a:xfrm>
            <a:off x="7511277" y="5587323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723062F7-7DB3-DAFB-2095-C11F4540677F}"/>
              </a:ext>
            </a:extLst>
          </p:cNvPr>
          <p:cNvSpPr>
            <a:spLocks noGrp="1"/>
          </p:cNvSpPr>
          <p:nvPr>
            <p:ph sz="quarter" idx="85" hasCustomPrompt="1"/>
          </p:nvPr>
        </p:nvSpPr>
        <p:spPr>
          <a:xfrm>
            <a:off x="9863712" y="-525697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F8BE8022-9FA5-8308-9034-53AF5EE8C6E3}"/>
              </a:ext>
            </a:extLst>
          </p:cNvPr>
          <p:cNvSpPr>
            <a:spLocks noGrp="1"/>
          </p:cNvSpPr>
          <p:nvPr>
            <p:ph sz="quarter" idx="86" hasCustomPrompt="1"/>
          </p:nvPr>
        </p:nvSpPr>
        <p:spPr>
          <a:xfrm>
            <a:off x="9863712" y="3682746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1928FF43-F91A-66A3-9FEC-591B62BE399E}"/>
              </a:ext>
            </a:extLst>
          </p:cNvPr>
          <p:cNvSpPr>
            <a:spLocks noGrp="1"/>
          </p:cNvSpPr>
          <p:nvPr>
            <p:ph sz="quarter" idx="76" hasCustomPrompt="1"/>
          </p:nvPr>
        </p:nvSpPr>
        <p:spPr>
          <a:xfrm>
            <a:off x="453966" y="-525697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4C8E920B-F426-4CAA-A22A-0DBA9E1787C9}"/>
              </a:ext>
            </a:extLst>
          </p:cNvPr>
          <p:cNvSpPr>
            <a:spLocks noGrp="1"/>
          </p:cNvSpPr>
          <p:nvPr>
            <p:ph sz="quarter" idx="70" hasCustomPrompt="1"/>
          </p:nvPr>
        </p:nvSpPr>
        <p:spPr>
          <a:xfrm>
            <a:off x="453966" y="3682746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0CAFA879-EF0D-B047-3011-4E2EAC1447D4}"/>
              </a:ext>
            </a:extLst>
          </p:cNvPr>
          <p:cNvSpPr>
            <a:spLocks noGrp="1"/>
          </p:cNvSpPr>
          <p:nvPr>
            <p:ph sz="quarter" idx="77" hasCustomPrompt="1"/>
          </p:nvPr>
        </p:nvSpPr>
        <p:spPr>
          <a:xfrm>
            <a:off x="2806403" y="-2829563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DE94FBCA-3CB8-EAA9-8092-A2ACFC2598BD}"/>
              </a:ext>
            </a:extLst>
          </p:cNvPr>
          <p:cNvSpPr>
            <a:spLocks noGrp="1"/>
          </p:cNvSpPr>
          <p:nvPr>
            <p:ph sz="quarter" idx="78" hasCustomPrompt="1"/>
          </p:nvPr>
        </p:nvSpPr>
        <p:spPr>
          <a:xfrm>
            <a:off x="2806403" y="1378880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0F544F81-35B5-F151-57EF-DBBDDF511790}"/>
              </a:ext>
            </a:extLst>
          </p:cNvPr>
          <p:cNvSpPr>
            <a:spLocks noGrp="1"/>
          </p:cNvSpPr>
          <p:nvPr>
            <p:ph sz="quarter" idx="79" hasCustomPrompt="1"/>
          </p:nvPr>
        </p:nvSpPr>
        <p:spPr>
          <a:xfrm>
            <a:off x="2806403" y="5587323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115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Table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5CF83A7-4FF0-ABD3-5A12-B1489C710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D957215-AFC6-9FB9-F835-E0B0744B65B1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525464" y="1767736"/>
            <a:ext cx="4800680" cy="4332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C915BD3-60F7-8479-7981-51A8D145C1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619256"/>
            <a:ext cx="4800681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C69E4FF-69DC-4B42-7BD4-2A3245C27F76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5317" cy="208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buNone/>
              <a:defRPr sz="1000" b="0" i="0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45DDD74C-A85E-48CF-E862-10E91A645126}"/>
              </a:ext>
            </a:extLst>
          </p:cNvPr>
          <p:cNvSpPr>
            <a:spLocks noGrp="1"/>
          </p:cNvSpPr>
          <p:nvPr>
            <p:ph sz="quarter" idx="69" hasCustomPrompt="1"/>
          </p:nvPr>
        </p:nvSpPr>
        <p:spPr>
          <a:xfrm>
            <a:off x="6488374" y="1640628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3ECCA1BF-CC88-B1A0-31E6-8F7E3FBD63BB}"/>
              </a:ext>
            </a:extLst>
          </p:cNvPr>
          <p:cNvSpPr>
            <a:spLocks noGrp="1"/>
          </p:cNvSpPr>
          <p:nvPr>
            <p:ph sz="quarter" idx="78" hasCustomPrompt="1"/>
          </p:nvPr>
        </p:nvSpPr>
        <p:spPr>
          <a:xfrm>
            <a:off x="6488374" y="-2249533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A5D944B2-DE6B-6C73-E821-0BF254AA1DC0}"/>
              </a:ext>
            </a:extLst>
          </p:cNvPr>
          <p:cNvSpPr>
            <a:spLocks noGrp="1"/>
          </p:cNvSpPr>
          <p:nvPr>
            <p:ph sz="quarter" idx="79" hasCustomPrompt="1"/>
          </p:nvPr>
        </p:nvSpPr>
        <p:spPr>
          <a:xfrm>
            <a:off x="6488374" y="5530789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869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Tablet -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C3205360-69DE-53FE-E125-CB808A595976}"/>
              </a:ext>
            </a:extLst>
          </p:cNvPr>
          <p:cNvSpPr>
            <a:spLocks noGrp="1"/>
          </p:cNvSpPr>
          <p:nvPr>
            <p:ph sz="quarter" idx="84" hasCustomPrompt="1"/>
          </p:nvPr>
        </p:nvSpPr>
        <p:spPr>
          <a:xfrm>
            <a:off x="9036066" y="3778189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453E7D6-F9B2-77CD-4607-AFA281D480FF}"/>
              </a:ext>
            </a:extLst>
          </p:cNvPr>
          <p:cNvSpPr>
            <a:spLocks noGrp="1"/>
          </p:cNvSpPr>
          <p:nvPr>
            <p:ph sz="quarter" idx="85" hasCustomPrompt="1"/>
          </p:nvPr>
        </p:nvSpPr>
        <p:spPr>
          <a:xfrm>
            <a:off x="9036066" y="-111972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E7EE14D3-166F-A439-B4F8-EB6BF8A573F7}"/>
              </a:ext>
            </a:extLst>
          </p:cNvPr>
          <p:cNvSpPr>
            <a:spLocks noGrp="1"/>
          </p:cNvSpPr>
          <p:nvPr>
            <p:ph sz="quarter" idx="86" hasCustomPrompt="1"/>
          </p:nvPr>
        </p:nvSpPr>
        <p:spPr>
          <a:xfrm>
            <a:off x="-2028293" y="3411114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F8FDE384-AFE8-A001-0EC9-DC0CD7312D24}"/>
              </a:ext>
            </a:extLst>
          </p:cNvPr>
          <p:cNvSpPr>
            <a:spLocks noGrp="1"/>
          </p:cNvSpPr>
          <p:nvPr>
            <p:ph sz="quarter" idx="87" hasCustomPrompt="1"/>
          </p:nvPr>
        </p:nvSpPr>
        <p:spPr>
          <a:xfrm>
            <a:off x="-2028293" y="-479047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1814A6EB-E692-093E-5CFB-C6DCD62AD82A}"/>
              </a:ext>
            </a:extLst>
          </p:cNvPr>
          <p:cNvSpPr>
            <a:spLocks noGrp="1"/>
          </p:cNvSpPr>
          <p:nvPr>
            <p:ph sz="quarter" idx="69" hasCustomPrompt="1"/>
          </p:nvPr>
        </p:nvSpPr>
        <p:spPr>
          <a:xfrm>
            <a:off x="3506920" y="1640628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BF388E75-B89C-963F-9795-B3B27282588A}"/>
              </a:ext>
            </a:extLst>
          </p:cNvPr>
          <p:cNvSpPr>
            <a:spLocks noGrp="1"/>
          </p:cNvSpPr>
          <p:nvPr>
            <p:ph sz="quarter" idx="82" hasCustomPrompt="1"/>
          </p:nvPr>
        </p:nvSpPr>
        <p:spPr>
          <a:xfrm>
            <a:off x="3506920" y="-2249533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F45B4C69-BBE2-5527-F8DF-F94C1D3637B6}"/>
              </a:ext>
            </a:extLst>
          </p:cNvPr>
          <p:cNvSpPr>
            <a:spLocks noGrp="1"/>
          </p:cNvSpPr>
          <p:nvPr>
            <p:ph sz="quarter" idx="83" hasCustomPrompt="1"/>
          </p:nvPr>
        </p:nvSpPr>
        <p:spPr>
          <a:xfrm>
            <a:off x="3506920" y="5530789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accent5"/>
          </a:solidFill>
          <a:ln w="12700">
            <a:solidFill>
              <a:schemeClr val="bg2"/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603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brand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B0C4D431-1CC3-B870-B000-E22B347A05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4800B29-9B64-0C4E-EB4C-4893FD86E2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C47D1D-341C-F8BC-E88A-5BE024C84F2F}"/>
              </a:ext>
            </a:extLst>
          </p:cNvPr>
          <p:cNvCxnSpPr>
            <a:cxnSpLocks/>
          </p:cNvCxnSpPr>
          <p:nvPr userDrawn="1"/>
        </p:nvCxnSpPr>
        <p:spPr>
          <a:xfrm flipH="1">
            <a:off x="4833257" y="3329683"/>
            <a:ext cx="1262743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2BA1000-E812-8400-6232-844F0AB21F5F}"/>
              </a:ext>
            </a:extLst>
          </p:cNvPr>
          <p:cNvCxnSpPr>
            <a:cxnSpLocks/>
          </p:cNvCxnSpPr>
          <p:nvPr userDrawn="1"/>
        </p:nvCxnSpPr>
        <p:spPr>
          <a:xfrm flipH="1">
            <a:off x="10671274" y="3329683"/>
            <a:ext cx="1785529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8921143-3E02-6BFE-0F97-57DC89FCD59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60432" y="3304640"/>
            <a:ext cx="4062412" cy="254053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8B2739-6A9F-6093-6A7C-2F2667CE306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19113" y="509588"/>
            <a:ext cx="4062412" cy="53133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4D86B2C-899F-6581-2D31-C62EB0AEB3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49630" y="1771002"/>
            <a:ext cx="6323257" cy="7413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600"/>
              </a:spcBef>
              <a:buFont typeface="Modern Era" panose="02000000000000000000" pitchFamily="50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 general we want to keep slides clean and concise.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magna. </a:t>
            </a:r>
          </a:p>
          <a:p>
            <a:pPr lvl="0"/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45925CD-8A40-47B5-2784-D2FC8E73C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9630" y="637079"/>
            <a:ext cx="6323257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Try to keep headlines brief and punchy</a:t>
            </a:r>
          </a:p>
        </p:txBody>
      </p:sp>
    </p:spTree>
    <p:extLst>
      <p:ext uri="{BB962C8B-B14F-4D97-AF65-F5344CB8AC3E}">
        <p14:creationId xmlns:p14="http://schemas.microsoft.com/office/powerpoint/2010/main" val="21379241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brand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FAA49272-BF1F-EC01-E2F9-C86A9EAC75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D7A1059-6BDD-9701-712C-354824AD3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C47D1D-341C-F8BC-E88A-5BE024C84F2F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329683"/>
            <a:ext cx="1526959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2BA1000-E812-8400-6232-844F0AB21F5F}"/>
              </a:ext>
            </a:extLst>
          </p:cNvPr>
          <p:cNvCxnSpPr>
            <a:cxnSpLocks/>
          </p:cNvCxnSpPr>
          <p:nvPr userDrawn="1"/>
        </p:nvCxnSpPr>
        <p:spPr>
          <a:xfrm flipH="1">
            <a:off x="7117237" y="3329683"/>
            <a:ext cx="1522692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8921143-3E02-6BFE-0F97-57DC89FCD59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895425" y="3304640"/>
            <a:ext cx="2777899" cy="281206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8B2739-6A9F-6093-6A7C-2F2667CE306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79393" y="3279816"/>
            <a:ext cx="5082347" cy="283689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BA908FA-FBB5-4FCE-11D3-ADFADB224A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7600" y="1771002"/>
            <a:ext cx="8102329" cy="7413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600"/>
              </a:spcBef>
              <a:buFont typeface="Modern Era" panose="02000000000000000000" pitchFamily="50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 general we want to keep slides clean and concise.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magna. </a:t>
            </a:r>
          </a:p>
          <a:p>
            <a:pPr lvl="0"/>
            <a:endParaRPr lang="en-US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4E7F4363-E12D-7972-3F93-11B5C69E5E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600" y="637079"/>
            <a:ext cx="8102329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Try to keep headlines brief and punchy</a:t>
            </a:r>
          </a:p>
        </p:txBody>
      </p:sp>
    </p:spTree>
    <p:extLst>
      <p:ext uri="{BB962C8B-B14F-4D97-AF65-F5344CB8AC3E}">
        <p14:creationId xmlns:p14="http://schemas.microsoft.com/office/powerpoint/2010/main" val="35448744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BCD4CBD-3619-3302-5987-0D9DF4780617}"/>
              </a:ext>
            </a:extLst>
          </p:cNvPr>
          <p:cNvCxnSpPr>
            <a:cxnSpLocks/>
          </p:cNvCxnSpPr>
          <p:nvPr userDrawn="1"/>
        </p:nvCxnSpPr>
        <p:spPr>
          <a:xfrm>
            <a:off x="518676" y="5839229"/>
            <a:ext cx="111556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DE38A63-AEDC-B5CB-9536-6B0F79F38489}"/>
              </a:ext>
            </a:extLst>
          </p:cNvPr>
          <p:cNvCxnSpPr>
            <a:cxnSpLocks/>
          </p:cNvCxnSpPr>
          <p:nvPr userDrawn="1"/>
        </p:nvCxnSpPr>
        <p:spPr>
          <a:xfrm>
            <a:off x="518676" y="5082484"/>
            <a:ext cx="111556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3FAAD90-3EF8-00BB-B9A7-0D4DAC320FD4}"/>
              </a:ext>
            </a:extLst>
          </p:cNvPr>
          <p:cNvCxnSpPr>
            <a:cxnSpLocks/>
          </p:cNvCxnSpPr>
          <p:nvPr userDrawn="1"/>
        </p:nvCxnSpPr>
        <p:spPr>
          <a:xfrm>
            <a:off x="518676" y="4315229"/>
            <a:ext cx="111556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A5EF184-4244-DB04-785E-91D05562FA6C}"/>
              </a:ext>
            </a:extLst>
          </p:cNvPr>
          <p:cNvCxnSpPr>
            <a:cxnSpLocks/>
          </p:cNvCxnSpPr>
          <p:nvPr userDrawn="1"/>
        </p:nvCxnSpPr>
        <p:spPr>
          <a:xfrm>
            <a:off x="518676" y="3547974"/>
            <a:ext cx="111556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948DD6EB-35E3-08F8-E27C-40D34E7429F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099868" y="5219118"/>
            <a:ext cx="318450" cy="486772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spcBef>
                <a:spcPts val="1200"/>
              </a:spcBef>
              <a:buFont typeface="Modern Era" panose="02000000000000000000" pitchFamily="50" charset="0"/>
              <a:buNone/>
              <a:defRPr sz="2000" b="0" i="0">
                <a:solidFill>
                  <a:schemeClr val="bg1"/>
                </a:solidFill>
                <a:latin typeface="Modern Era Mon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46" name="Text Placeholder 13">
            <a:extLst>
              <a:ext uri="{FF2B5EF4-FFF2-40B4-BE49-F238E27FC236}">
                <a16:creationId xmlns:a16="http://schemas.microsoft.com/office/drawing/2014/main" id="{98133DC6-2EE8-E401-D0C4-A495665237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9144" y="5219118"/>
            <a:ext cx="4570359" cy="48677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1200"/>
              </a:spcBef>
              <a:buFont typeface="Modern Era" panose="02000000000000000000" pitchFamily="50" charset="0"/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6863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2pPr>
            <a:lvl3pPr marL="65151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3pPr>
            <a:lvl4pPr marL="83439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4pPr>
            <a:lvl5pPr marL="101727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goes here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10149C7E-3FC2-BD7F-4A36-0DA518DFAEEF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099868" y="4451863"/>
            <a:ext cx="318450" cy="486772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spcBef>
                <a:spcPts val="1200"/>
              </a:spcBef>
              <a:buFont typeface="Modern Era" panose="02000000000000000000" pitchFamily="50" charset="0"/>
              <a:buNone/>
              <a:defRPr sz="2000" b="0" i="0">
                <a:solidFill>
                  <a:schemeClr val="bg1"/>
                </a:solidFill>
                <a:latin typeface="Modern Era Mon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8B9D4D74-D29D-297D-CE42-384311E7D91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609144" y="4451863"/>
            <a:ext cx="4570359" cy="48677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1200"/>
              </a:spcBef>
              <a:buFont typeface="Modern Era" panose="02000000000000000000" pitchFamily="50" charset="0"/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6863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2pPr>
            <a:lvl3pPr marL="65151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3pPr>
            <a:lvl4pPr marL="83439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4pPr>
            <a:lvl5pPr marL="101727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goes here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C47FF7FE-2DFD-CD3E-0B49-083A2F0E753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99868" y="3684608"/>
            <a:ext cx="318450" cy="486772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spcBef>
                <a:spcPts val="1200"/>
              </a:spcBef>
              <a:buFont typeface="Modern Era" panose="02000000000000000000" pitchFamily="50" charset="0"/>
              <a:buNone/>
              <a:defRPr sz="2000" b="0" i="0">
                <a:solidFill>
                  <a:schemeClr val="bg1"/>
                </a:solidFill>
                <a:latin typeface="Modern Era Mon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50" name="Text Placeholder 13">
            <a:extLst>
              <a:ext uri="{FF2B5EF4-FFF2-40B4-BE49-F238E27FC236}">
                <a16:creationId xmlns:a16="http://schemas.microsoft.com/office/drawing/2014/main" id="{FF872229-48A3-2E8A-A041-621E71496B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09144" y="3684608"/>
            <a:ext cx="4570359" cy="48677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1200"/>
              </a:spcBef>
              <a:buFont typeface="Modern Era" panose="02000000000000000000" pitchFamily="50" charset="0"/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6863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2pPr>
            <a:lvl3pPr marL="65151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3pPr>
            <a:lvl4pPr marL="83439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4pPr>
            <a:lvl5pPr marL="101727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goes here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D03A5B4D-FC68-9B5F-A41C-06265121921D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099868" y="2928842"/>
            <a:ext cx="318450" cy="486772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spcBef>
                <a:spcPts val="1200"/>
              </a:spcBef>
              <a:buFont typeface="Modern Era" panose="02000000000000000000" pitchFamily="50" charset="0"/>
              <a:buNone/>
              <a:defRPr sz="2000" b="0" i="0">
                <a:solidFill>
                  <a:schemeClr val="bg1"/>
                </a:solidFill>
                <a:latin typeface="Modern Era Mon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83F4B88C-D43B-F75F-15A4-E15354B598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09144" y="2928842"/>
            <a:ext cx="4570359" cy="48677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1200"/>
              </a:spcBef>
              <a:buFont typeface="Modern Era" panose="02000000000000000000" pitchFamily="50" charset="0"/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6863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2pPr>
            <a:lvl3pPr marL="65151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3pPr>
            <a:lvl4pPr marL="83439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4pPr>
            <a:lvl5pPr marL="101727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goes here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150682E-B654-1C89-1288-E60CF3E5E25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1868" y="5219118"/>
            <a:ext cx="318450" cy="486772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spcBef>
                <a:spcPts val="1200"/>
              </a:spcBef>
              <a:buFont typeface="Modern Era" panose="02000000000000000000" pitchFamily="50" charset="0"/>
              <a:buNone/>
              <a:defRPr sz="2000" b="0" i="0">
                <a:solidFill>
                  <a:schemeClr val="bg1"/>
                </a:solidFill>
                <a:latin typeface="Modern Era Mon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8152A3E-B9C0-F8E6-497E-7199C67DF0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1144" y="5219118"/>
            <a:ext cx="4570359" cy="48677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1200"/>
              </a:spcBef>
              <a:buFont typeface="Modern Era" panose="02000000000000000000" pitchFamily="50" charset="0"/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6863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2pPr>
            <a:lvl3pPr marL="65151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3pPr>
            <a:lvl4pPr marL="83439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4pPr>
            <a:lvl5pPr marL="101727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goes here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3B11F00-38E6-C7E5-581E-C6DF9FDE31DB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11868" y="4451863"/>
            <a:ext cx="318450" cy="486772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spcBef>
                <a:spcPts val="1200"/>
              </a:spcBef>
              <a:buFont typeface="Modern Era" panose="02000000000000000000" pitchFamily="50" charset="0"/>
              <a:buNone/>
              <a:defRPr sz="2000" b="0" i="0">
                <a:solidFill>
                  <a:schemeClr val="bg1"/>
                </a:solidFill>
                <a:latin typeface="Modern Era Mon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E962E204-A126-5068-3E21-679AC369E3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1144" y="4451863"/>
            <a:ext cx="4570359" cy="48677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1200"/>
              </a:spcBef>
              <a:buFont typeface="Modern Era" panose="02000000000000000000" pitchFamily="50" charset="0"/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6863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2pPr>
            <a:lvl3pPr marL="65151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3pPr>
            <a:lvl4pPr marL="83439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4pPr>
            <a:lvl5pPr marL="101727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1B02BE1-A5FC-9DC4-BF12-A5219B4AC7F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11868" y="3684608"/>
            <a:ext cx="318450" cy="486772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spcBef>
                <a:spcPts val="1200"/>
              </a:spcBef>
              <a:buFont typeface="Modern Era" panose="02000000000000000000" pitchFamily="50" charset="0"/>
              <a:buNone/>
              <a:defRPr sz="2000" b="0" i="0">
                <a:solidFill>
                  <a:schemeClr val="bg1"/>
                </a:solidFill>
                <a:latin typeface="Modern Era Mon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B705B6F8-F224-4143-FE75-586513571C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1144" y="3684608"/>
            <a:ext cx="4570359" cy="48677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1200"/>
              </a:spcBef>
              <a:buFont typeface="Modern Era" panose="02000000000000000000" pitchFamily="50" charset="0"/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6863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2pPr>
            <a:lvl3pPr marL="65151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3pPr>
            <a:lvl4pPr marL="83439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4pPr>
            <a:lvl5pPr marL="101727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goes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1A38273-D380-8F85-FF02-CBDA8676B218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11868" y="2928842"/>
            <a:ext cx="318450" cy="486772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spcBef>
                <a:spcPts val="1200"/>
              </a:spcBef>
              <a:buFont typeface="Modern Era" panose="02000000000000000000" pitchFamily="50" charset="0"/>
              <a:buNone/>
              <a:defRPr sz="2000" b="0" i="0">
                <a:solidFill>
                  <a:schemeClr val="bg1"/>
                </a:solidFill>
                <a:latin typeface="Modern Era Mon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3D01614-CB36-85F2-5FD7-D0D85F14FD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1144" y="2928842"/>
            <a:ext cx="4570359" cy="48677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spcBef>
                <a:spcPts val="1200"/>
              </a:spcBef>
              <a:buFont typeface="Modern Era" panose="02000000000000000000" pitchFamily="50" charset="0"/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6863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2pPr>
            <a:lvl3pPr marL="65151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3pPr>
            <a:lvl4pPr marL="83439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4pPr>
            <a:lvl5pPr marL="101727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goes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9CF189-6C1D-CA48-9D6B-FE0ECF6A3B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66" y="651471"/>
            <a:ext cx="7348457" cy="137075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480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4064094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C481013-1F52-62BD-0CBA-69A3FF996B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4367" y="2059444"/>
            <a:ext cx="10629987" cy="4032785"/>
          </a:xfrm>
          <a:prstGeom prst="rect">
            <a:avLst/>
          </a:prstGeom>
        </p:spPr>
        <p:txBody>
          <a:bodyPr bIns="0" anchor="b">
            <a:noAutofit/>
          </a:bodyPr>
          <a:lstStyle>
            <a:lvl1pPr marL="0" indent="0">
              <a:spcBef>
                <a:spcPts val="1200"/>
              </a:spcBef>
              <a:spcAft>
                <a:spcPts val="0"/>
              </a:spcAft>
              <a:buFont typeface="Modern Era" panose="02000000000000000000" pitchFamily="50" charset="0"/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6863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2pPr>
            <a:lvl3pPr marL="65151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3pPr>
            <a:lvl4pPr marL="83439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4pPr>
            <a:lvl5pPr marL="101727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B4DF8F7-1956-0C41-864A-453120DEAB8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1867" y="2059444"/>
            <a:ext cx="328961" cy="4032785"/>
          </a:xfrm>
          <a:prstGeom prst="rect">
            <a:avLst/>
          </a:prstGeom>
        </p:spPr>
        <p:txBody>
          <a:bodyPr lIns="0" rIns="0" bIns="0" anchor="b">
            <a:noAutofit/>
          </a:bodyPr>
          <a:lstStyle>
            <a:lvl1pPr marL="0" indent="0" algn="l">
              <a:spcBef>
                <a:spcPts val="1200"/>
              </a:spcBef>
              <a:spcAft>
                <a:spcPts val="0"/>
              </a:spcAft>
              <a:buFont typeface="Modern Era" panose="02000000000000000000" pitchFamily="50" charset="0"/>
              <a:buNone/>
              <a:defRPr sz="1600" b="0" i="0">
                <a:solidFill>
                  <a:schemeClr val="bg1"/>
                </a:solidFill>
                <a:latin typeface="Modern Era Mono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01</a:t>
            </a:r>
          </a:p>
          <a:p>
            <a:pPr lvl="0"/>
            <a:r>
              <a:rPr lang="en-US"/>
              <a:t>02</a:t>
            </a:r>
          </a:p>
          <a:p>
            <a:pPr lvl="0"/>
            <a:r>
              <a:rPr lang="en-US"/>
              <a:t>03</a:t>
            </a:r>
          </a:p>
          <a:p>
            <a:pPr lvl="0"/>
            <a:r>
              <a:rPr lang="en-US"/>
              <a:t>04</a:t>
            </a:r>
          </a:p>
          <a:p>
            <a:pPr lvl="0"/>
            <a:r>
              <a:rPr lang="en-US"/>
              <a:t>05</a:t>
            </a:r>
          </a:p>
          <a:p>
            <a:pPr lvl="0"/>
            <a:r>
              <a:rPr lang="en-US"/>
              <a:t>06</a:t>
            </a:r>
          </a:p>
          <a:p>
            <a:pPr lvl="0"/>
            <a:r>
              <a:rPr lang="en-US"/>
              <a:t>07</a:t>
            </a:r>
          </a:p>
          <a:p>
            <a:pPr lvl="0"/>
            <a:r>
              <a:rPr lang="en-US"/>
              <a:t>08</a:t>
            </a:r>
          </a:p>
          <a:p>
            <a:pPr lvl="0"/>
            <a:r>
              <a:rPr lang="en-US"/>
              <a:t>09</a:t>
            </a:r>
          </a:p>
          <a:p>
            <a:pPr lvl="0"/>
            <a:r>
              <a:rPr lang="en-US"/>
              <a:t>10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87D9D-C73E-9BAB-0901-82C4AA23E5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66" y="651471"/>
            <a:ext cx="7348457" cy="137075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480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618968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C481013-1F52-62BD-0CBA-69A3FF996B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9576" y="2294183"/>
            <a:ext cx="11163748" cy="3801817"/>
          </a:xfrm>
          <a:prstGeom prst="rect">
            <a:avLst/>
          </a:prstGeom>
        </p:spPr>
        <p:txBody>
          <a:bodyPr numCol="2" spcCol="493776" anchor="b">
            <a:noAutofit/>
          </a:bodyPr>
          <a:lstStyle>
            <a:lvl1pPr marL="0" indent="0">
              <a:spcBef>
                <a:spcPts val="1200"/>
              </a:spcBef>
              <a:spcAft>
                <a:spcPts val="0"/>
              </a:spcAft>
              <a:buFontTx/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6863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2pPr>
            <a:lvl3pPr marL="65151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3pPr>
            <a:lvl4pPr marL="83439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4pPr>
            <a:lvl5pPr marL="101727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5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item goes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7D2675-1488-048C-6995-5EF519E407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66" y="651471"/>
            <a:ext cx="7348457" cy="137075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480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3988348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w/ one-column time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B180A5C-C3D5-A32D-C1A0-1629F6502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1299" y="2104065"/>
            <a:ext cx="10168834" cy="4030035"/>
          </a:xfrm>
          <a:prstGeom prst="rect">
            <a:avLst/>
          </a:prstGeom>
        </p:spPr>
        <p:txBody>
          <a:bodyPr bIns="0" anchor="b" anchorCtr="0">
            <a:noAutofit/>
          </a:bodyPr>
          <a:lstStyle>
            <a:lvl1pPr marL="0" indent="0">
              <a:spcBef>
                <a:spcPts val="1200"/>
              </a:spcBef>
              <a:spcAft>
                <a:spcPts val="0"/>
              </a:spcAft>
              <a:buFont typeface="Modern Era" panose="02000000000000000000" pitchFamily="50" charset="0"/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6863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2pPr>
            <a:lvl3pPr marL="65151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3pPr>
            <a:lvl4pPr marL="83439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4pPr>
            <a:lvl5pPr marL="101727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2B9506C-7137-57D0-7561-A6447655A9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1867" y="2104065"/>
            <a:ext cx="770833" cy="4030035"/>
          </a:xfrm>
          <a:prstGeom prst="rect">
            <a:avLst/>
          </a:prstGeom>
        </p:spPr>
        <p:txBody>
          <a:bodyPr lIns="0" rIns="0" bIns="0" anchor="b" anchorCtr="0">
            <a:noAutofit/>
          </a:bodyPr>
          <a:lstStyle>
            <a:lvl1pPr marL="0" indent="0" algn="l">
              <a:spcBef>
                <a:spcPts val="1200"/>
              </a:spcBef>
              <a:spcAft>
                <a:spcPts val="0"/>
              </a:spcAft>
              <a:buFont typeface="Modern Era" panose="02000000000000000000" pitchFamily="50" charset="0"/>
              <a:buNone/>
              <a:defRPr sz="1600" b="1" i="0">
                <a:solidFill>
                  <a:schemeClr val="bg1"/>
                </a:solidFill>
                <a:latin typeface="Modern Era Mono ExtraBold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FD8646-6CE6-BAB6-AA07-4989F1A8FF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66" y="651471"/>
            <a:ext cx="7348457" cy="137075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480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0210891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w/ two-column time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D991E7D-B03D-BE8D-376C-0378F8E0ED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9368" y="2278135"/>
            <a:ext cx="4310767" cy="4030035"/>
          </a:xfrm>
          <a:prstGeom prst="rect">
            <a:avLst/>
          </a:prstGeom>
        </p:spPr>
        <p:txBody>
          <a:bodyPr bIns="0" anchor="t">
            <a:noAutofit/>
          </a:bodyPr>
          <a:lstStyle>
            <a:lvl1pPr marL="0" indent="0">
              <a:spcBef>
                <a:spcPts val="1200"/>
              </a:spcBef>
              <a:spcAft>
                <a:spcPts val="0"/>
              </a:spcAft>
              <a:buFont typeface="Modern Era" panose="02000000000000000000" pitchFamily="50" charset="0"/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6863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2pPr>
            <a:lvl3pPr marL="65151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3pPr>
            <a:lvl4pPr marL="83439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4pPr>
            <a:lvl5pPr marL="101727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3520AE9-44E6-61B4-A10A-CD5761237E41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69936" y="2278135"/>
            <a:ext cx="770833" cy="4030035"/>
          </a:xfrm>
          <a:prstGeom prst="rect">
            <a:avLst/>
          </a:prstGeom>
        </p:spPr>
        <p:txBody>
          <a:bodyPr lIns="0" rIns="0" bIns="0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0"/>
              </a:spcAft>
              <a:buFont typeface="Modern Era" panose="02000000000000000000" pitchFamily="50" charset="0"/>
              <a:buNone/>
              <a:defRPr sz="1600" b="1" i="0">
                <a:solidFill>
                  <a:schemeClr val="bg1"/>
                </a:solidFill>
                <a:latin typeface="Modern Era Mono ExtraBold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B688FF8-55A5-54B4-595B-872435F9E8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1299" y="2278135"/>
            <a:ext cx="4310767" cy="4030035"/>
          </a:xfrm>
          <a:prstGeom prst="rect">
            <a:avLst/>
          </a:prstGeom>
        </p:spPr>
        <p:txBody>
          <a:bodyPr bIns="0" anchor="t">
            <a:noAutofit/>
          </a:bodyPr>
          <a:lstStyle>
            <a:lvl1pPr marL="0" indent="0">
              <a:spcBef>
                <a:spcPts val="1200"/>
              </a:spcBef>
              <a:spcAft>
                <a:spcPts val="0"/>
              </a:spcAft>
              <a:buFont typeface="Modern Era" panose="02000000000000000000" pitchFamily="50" charset="0"/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6863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2pPr>
            <a:lvl3pPr marL="65151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3pPr>
            <a:lvl4pPr marL="83439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4pPr>
            <a:lvl5pPr marL="1017270" indent="-285750">
              <a:buFont typeface="Modern Era" panose="02000000000000000000" pitchFamily="50" charset="0"/>
              <a:buChar char="•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Agenda item goes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BF1F16E-DE73-22AB-1E5C-E53B1592CE6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1867" y="2278135"/>
            <a:ext cx="770833" cy="4030035"/>
          </a:xfrm>
          <a:prstGeom prst="rect">
            <a:avLst/>
          </a:prstGeom>
        </p:spPr>
        <p:txBody>
          <a:bodyPr lIns="0" rIns="0" bIns="0" anchor="t">
            <a:noAutofit/>
          </a:bodyPr>
          <a:lstStyle>
            <a:lvl1pPr marL="0" indent="0" algn="l">
              <a:spcBef>
                <a:spcPts val="1200"/>
              </a:spcBef>
              <a:spcAft>
                <a:spcPts val="0"/>
              </a:spcAft>
              <a:buFont typeface="Modern Era" panose="02000000000000000000" pitchFamily="50" charset="0"/>
              <a:buNone/>
              <a:defRPr sz="1600" b="0" i="0">
                <a:solidFill>
                  <a:schemeClr val="bg1"/>
                </a:solidFill>
                <a:latin typeface="Modern Era Mono ExtraBold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Modern Era" panose="02000000000000000000" pitchFamily="50" charset="0"/>
              <a:buNone/>
              <a:tabLst/>
              <a:defRPr/>
            </a:pPr>
            <a:r>
              <a:rPr lang="en-US"/>
              <a:t>XX min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6CC2E-F9C1-3700-C755-BAB0E5669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66" y="651471"/>
            <a:ext cx="7348457" cy="137075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480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8300568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Intr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2D1FA6-6E8E-EEEE-74F2-CB53BC539B62}"/>
              </a:ext>
            </a:extLst>
          </p:cNvPr>
          <p:cNvSpPr>
            <a:spLocks noGrp="1"/>
          </p:cNvSpPr>
          <p:nvPr>
            <p:ph type="body" idx="104" hasCustomPrompt="1"/>
          </p:nvPr>
        </p:nvSpPr>
        <p:spPr>
          <a:xfrm>
            <a:off x="3311320" y="4513557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971BB41-9DA1-F4E5-83A1-AF1CB5642CE3}"/>
              </a:ext>
            </a:extLst>
          </p:cNvPr>
          <p:cNvSpPr>
            <a:spLocks noGrp="1"/>
          </p:cNvSpPr>
          <p:nvPr>
            <p:ph type="body" idx="105" hasCustomPrompt="1"/>
          </p:nvPr>
        </p:nvSpPr>
        <p:spPr>
          <a:xfrm>
            <a:off x="3311320" y="4227492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B65C39DB-2FF1-3C91-9419-B4736605B9C2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3311320" y="2301676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2B05DE7-6671-E7E6-699D-743A18964711}"/>
              </a:ext>
            </a:extLst>
          </p:cNvPr>
          <p:cNvSpPr>
            <a:spLocks noGrp="1"/>
          </p:cNvSpPr>
          <p:nvPr>
            <p:ph type="body" idx="107" hasCustomPrompt="1"/>
          </p:nvPr>
        </p:nvSpPr>
        <p:spPr>
          <a:xfrm>
            <a:off x="6096083" y="4513557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E01C856-EC5A-973C-50B7-FD7175BA7C70}"/>
              </a:ext>
            </a:extLst>
          </p:cNvPr>
          <p:cNvSpPr>
            <a:spLocks noGrp="1"/>
          </p:cNvSpPr>
          <p:nvPr>
            <p:ph type="body" idx="108" hasCustomPrompt="1"/>
          </p:nvPr>
        </p:nvSpPr>
        <p:spPr>
          <a:xfrm>
            <a:off x="6096083" y="4227492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5E451BB7-5DF2-7FEE-FDDE-64582841C75A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6096083" y="2301676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EEAEB0B-80BF-2EE9-2518-5309AD809232}"/>
              </a:ext>
            </a:extLst>
          </p:cNvPr>
          <p:cNvSpPr>
            <a:spLocks noGrp="1"/>
          </p:cNvSpPr>
          <p:nvPr>
            <p:ph type="body" idx="110" hasCustomPrompt="1"/>
          </p:nvPr>
        </p:nvSpPr>
        <p:spPr>
          <a:xfrm>
            <a:off x="8880847" y="4513557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26D432D-637E-4EFD-63AB-61ACDDF46431}"/>
              </a:ext>
            </a:extLst>
          </p:cNvPr>
          <p:cNvSpPr>
            <a:spLocks noGrp="1"/>
          </p:cNvSpPr>
          <p:nvPr>
            <p:ph type="body" idx="111" hasCustomPrompt="1"/>
          </p:nvPr>
        </p:nvSpPr>
        <p:spPr>
          <a:xfrm>
            <a:off x="8880847" y="4227492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CDC8188-8B54-0573-F3BE-F974C24591AE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8880847" y="2301676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BF54D-BA50-0D60-61AE-8EB1D29E73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67" y="2301676"/>
            <a:ext cx="2529986" cy="1519750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480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Hello again</a:t>
            </a:r>
          </a:p>
        </p:txBody>
      </p:sp>
    </p:spTree>
    <p:extLst>
      <p:ext uri="{BB962C8B-B14F-4D97-AF65-F5344CB8AC3E}">
        <p14:creationId xmlns:p14="http://schemas.microsoft.com/office/powerpoint/2010/main" val="137903746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Intro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37B5C-01C4-12D1-2AFA-8ED9676CA758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26557" y="4513557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9E8B85B-A2E7-21EA-997D-8288C301268F}"/>
              </a:ext>
            </a:extLst>
          </p:cNvPr>
          <p:cNvSpPr>
            <a:spLocks noGrp="1"/>
          </p:cNvSpPr>
          <p:nvPr>
            <p:ph type="body" idx="102" hasCustomPrompt="1"/>
          </p:nvPr>
        </p:nvSpPr>
        <p:spPr>
          <a:xfrm>
            <a:off x="526557" y="4227492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6AA7B85C-A1F2-0D5B-AE46-45420DF4FCD5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526557" y="2301676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2D1FA6-6E8E-EEEE-74F2-CB53BC539B62}"/>
              </a:ext>
            </a:extLst>
          </p:cNvPr>
          <p:cNvSpPr>
            <a:spLocks noGrp="1"/>
          </p:cNvSpPr>
          <p:nvPr>
            <p:ph type="body" idx="104" hasCustomPrompt="1"/>
          </p:nvPr>
        </p:nvSpPr>
        <p:spPr>
          <a:xfrm>
            <a:off x="3311320" y="4513557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971BB41-9DA1-F4E5-83A1-AF1CB5642CE3}"/>
              </a:ext>
            </a:extLst>
          </p:cNvPr>
          <p:cNvSpPr>
            <a:spLocks noGrp="1"/>
          </p:cNvSpPr>
          <p:nvPr>
            <p:ph type="body" idx="105" hasCustomPrompt="1"/>
          </p:nvPr>
        </p:nvSpPr>
        <p:spPr>
          <a:xfrm>
            <a:off x="3311320" y="4227492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B65C39DB-2FF1-3C91-9419-B4736605B9C2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3311320" y="2301676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2B05DE7-6671-E7E6-699D-743A18964711}"/>
              </a:ext>
            </a:extLst>
          </p:cNvPr>
          <p:cNvSpPr>
            <a:spLocks noGrp="1"/>
          </p:cNvSpPr>
          <p:nvPr>
            <p:ph type="body" idx="107" hasCustomPrompt="1"/>
          </p:nvPr>
        </p:nvSpPr>
        <p:spPr>
          <a:xfrm>
            <a:off x="6096083" y="4513557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E01C856-EC5A-973C-50B7-FD7175BA7C70}"/>
              </a:ext>
            </a:extLst>
          </p:cNvPr>
          <p:cNvSpPr>
            <a:spLocks noGrp="1"/>
          </p:cNvSpPr>
          <p:nvPr>
            <p:ph type="body" idx="108" hasCustomPrompt="1"/>
          </p:nvPr>
        </p:nvSpPr>
        <p:spPr>
          <a:xfrm>
            <a:off x="6096083" y="4227492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5E451BB7-5DF2-7FEE-FDDE-64582841C75A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6096083" y="2301676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EEAEB0B-80BF-2EE9-2518-5309AD809232}"/>
              </a:ext>
            </a:extLst>
          </p:cNvPr>
          <p:cNvSpPr>
            <a:spLocks noGrp="1"/>
          </p:cNvSpPr>
          <p:nvPr>
            <p:ph type="body" idx="110" hasCustomPrompt="1"/>
          </p:nvPr>
        </p:nvSpPr>
        <p:spPr>
          <a:xfrm>
            <a:off x="8880847" y="4513557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26D432D-637E-4EFD-63AB-61ACDDF46431}"/>
              </a:ext>
            </a:extLst>
          </p:cNvPr>
          <p:cNvSpPr>
            <a:spLocks noGrp="1"/>
          </p:cNvSpPr>
          <p:nvPr>
            <p:ph type="body" idx="111" hasCustomPrompt="1"/>
          </p:nvPr>
        </p:nvSpPr>
        <p:spPr>
          <a:xfrm>
            <a:off x="8880847" y="4227492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CDC8188-8B54-0573-F3BE-F974C24591AE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8880847" y="2301676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BF54D-BA50-0D60-61AE-8EB1D29E73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67" y="518601"/>
            <a:ext cx="2529986" cy="1519750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480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Hello again</a:t>
            </a:r>
          </a:p>
        </p:txBody>
      </p:sp>
    </p:spTree>
    <p:extLst>
      <p:ext uri="{BB962C8B-B14F-4D97-AF65-F5344CB8AC3E}">
        <p14:creationId xmlns:p14="http://schemas.microsoft.com/office/powerpoint/2010/main" val="39998193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Intro 5-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3F8F218B-625B-FD37-0D79-D80CA7D263C6}"/>
              </a:ext>
            </a:extLst>
          </p:cNvPr>
          <p:cNvSpPr>
            <a:spLocks noGrp="1"/>
          </p:cNvSpPr>
          <p:nvPr>
            <p:ph type="body" idx="92" hasCustomPrompt="1"/>
          </p:nvPr>
        </p:nvSpPr>
        <p:spPr>
          <a:xfrm>
            <a:off x="3311320" y="2737138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939551AB-5255-7104-D3CC-327DA32CB496}"/>
              </a:ext>
            </a:extLst>
          </p:cNvPr>
          <p:cNvSpPr>
            <a:spLocks noGrp="1"/>
          </p:cNvSpPr>
          <p:nvPr>
            <p:ph type="body" idx="93" hasCustomPrompt="1"/>
          </p:nvPr>
        </p:nvSpPr>
        <p:spPr>
          <a:xfrm>
            <a:off x="3311320" y="2451073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5" name="Picture Placeholder 12">
            <a:extLst>
              <a:ext uri="{FF2B5EF4-FFF2-40B4-BE49-F238E27FC236}">
                <a16:creationId xmlns:a16="http://schemas.microsoft.com/office/drawing/2014/main" id="{2268E585-5ADD-AEDF-CABB-CDF99E25CF2B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3311320" y="525257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369769B3-2E1A-DB55-76F4-CE4CD58794DF}"/>
              </a:ext>
            </a:extLst>
          </p:cNvPr>
          <p:cNvSpPr>
            <a:spLocks noGrp="1"/>
          </p:cNvSpPr>
          <p:nvPr>
            <p:ph type="body" idx="95" hasCustomPrompt="1"/>
          </p:nvPr>
        </p:nvSpPr>
        <p:spPr>
          <a:xfrm>
            <a:off x="6096083" y="2737138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604C0163-8AEC-6AA4-1402-26FE906CD2DD}"/>
              </a:ext>
            </a:extLst>
          </p:cNvPr>
          <p:cNvSpPr>
            <a:spLocks noGrp="1"/>
          </p:cNvSpPr>
          <p:nvPr>
            <p:ph type="body" idx="96" hasCustomPrompt="1"/>
          </p:nvPr>
        </p:nvSpPr>
        <p:spPr>
          <a:xfrm>
            <a:off x="6096083" y="2451073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CD037187-8E9D-6030-5E07-9DFD58270ABE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6096083" y="525257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BE7259B7-535C-5147-C34B-94670A4735DD}"/>
              </a:ext>
            </a:extLst>
          </p:cNvPr>
          <p:cNvSpPr>
            <a:spLocks noGrp="1"/>
          </p:cNvSpPr>
          <p:nvPr>
            <p:ph type="body" idx="98" hasCustomPrompt="1"/>
          </p:nvPr>
        </p:nvSpPr>
        <p:spPr>
          <a:xfrm>
            <a:off x="8880847" y="2737138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3D589080-D3B5-9AA6-2E77-8C740BF386C6}"/>
              </a:ext>
            </a:extLst>
          </p:cNvPr>
          <p:cNvSpPr>
            <a:spLocks noGrp="1"/>
          </p:cNvSpPr>
          <p:nvPr>
            <p:ph type="body" idx="99" hasCustomPrompt="1"/>
          </p:nvPr>
        </p:nvSpPr>
        <p:spPr>
          <a:xfrm>
            <a:off x="8880847" y="2451073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1" name="Picture Placeholder 12">
            <a:extLst>
              <a:ext uri="{FF2B5EF4-FFF2-40B4-BE49-F238E27FC236}">
                <a16:creationId xmlns:a16="http://schemas.microsoft.com/office/drawing/2014/main" id="{1B9046C0-3F9D-2AFA-4B98-C535851A41B4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>
            <a:off x="8880847" y="525257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576E6196-BCCF-2D27-0F83-5620D03019CC}"/>
              </a:ext>
            </a:extLst>
          </p:cNvPr>
          <p:cNvSpPr>
            <a:spLocks noGrp="1"/>
          </p:cNvSpPr>
          <p:nvPr>
            <p:ph type="body" idx="104" hasCustomPrompt="1"/>
          </p:nvPr>
        </p:nvSpPr>
        <p:spPr>
          <a:xfrm>
            <a:off x="3311320" y="5785404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5FE24CD2-DBF3-9FE7-26B7-5C325C81C428}"/>
              </a:ext>
            </a:extLst>
          </p:cNvPr>
          <p:cNvSpPr>
            <a:spLocks noGrp="1"/>
          </p:cNvSpPr>
          <p:nvPr>
            <p:ph type="body" idx="105" hasCustomPrompt="1"/>
          </p:nvPr>
        </p:nvSpPr>
        <p:spPr>
          <a:xfrm>
            <a:off x="3311320" y="5499339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7" name="Picture Placeholder 12">
            <a:extLst>
              <a:ext uri="{FF2B5EF4-FFF2-40B4-BE49-F238E27FC236}">
                <a16:creationId xmlns:a16="http://schemas.microsoft.com/office/drawing/2014/main" id="{D0D8AB83-DF69-6DB5-6F7A-1C0354486B99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3311320" y="3573523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13071DC1-D7B0-516D-BE26-032118E1F88D}"/>
              </a:ext>
            </a:extLst>
          </p:cNvPr>
          <p:cNvSpPr>
            <a:spLocks noGrp="1"/>
          </p:cNvSpPr>
          <p:nvPr>
            <p:ph type="body" idx="107" hasCustomPrompt="1"/>
          </p:nvPr>
        </p:nvSpPr>
        <p:spPr>
          <a:xfrm>
            <a:off x="6096083" y="5785404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C48B756-DF6E-23D0-5351-244E2958B4FF}"/>
              </a:ext>
            </a:extLst>
          </p:cNvPr>
          <p:cNvSpPr>
            <a:spLocks noGrp="1"/>
          </p:cNvSpPr>
          <p:nvPr>
            <p:ph type="body" idx="108" hasCustomPrompt="1"/>
          </p:nvPr>
        </p:nvSpPr>
        <p:spPr>
          <a:xfrm>
            <a:off x="6096083" y="5499339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Picture Placeholder 12">
            <a:extLst>
              <a:ext uri="{FF2B5EF4-FFF2-40B4-BE49-F238E27FC236}">
                <a16:creationId xmlns:a16="http://schemas.microsoft.com/office/drawing/2014/main" id="{AB09998A-D67C-8075-1042-7D1D78837828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6096083" y="3573523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7CA118EA-8380-046B-D9BD-D9A3A32375D5}"/>
              </a:ext>
            </a:extLst>
          </p:cNvPr>
          <p:cNvSpPr>
            <a:spLocks noGrp="1"/>
          </p:cNvSpPr>
          <p:nvPr>
            <p:ph type="body" idx="110" hasCustomPrompt="1"/>
          </p:nvPr>
        </p:nvSpPr>
        <p:spPr>
          <a:xfrm>
            <a:off x="8880847" y="5785404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89269C0-D7E1-5296-E7E0-E33222B9CBE2}"/>
              </a:ext>
            </a:extLst>
          </p:cNvPr>
          <p:cNvSpPr>
            <a:spLocks noGrp="1"/>
          </p:cNvSpPr>
          <p:nvPr>
            <p:ph type="body" idx="111" hasCustomPrompt="1"/>
          </p:nvPr>
        </p:nvSpPr>
        <p:spPr>
          <a:xfrm>
            <a:off x="8880847" y="5499339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3" name="Picture Placeholder 12">
            <a:extLst>
              <a:ext uri="{FF2B5EF4-FFF2-40B4-BE49-F238E27FC236}">
                <a16:creationId xmlns:a16="http://schemas.microsoft.com/office/drawing/2014/main" id="{33BA4FF6-2ACF-A02F-5E30-DBBAFB69EF23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8880847" y="3573523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BF54D-BA50-0D60-61AE-8EB1D29E73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67" y="518601"/>
            <a:ext cx="2529986" cy="1519750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480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Hello again</a:t>
            </a:r>
          </a:p>
        </p:txBody>
      </p:sp>
    </p:spTree>
    <p:extLst>
      <p:ext uri="{BB962C8B-B14F-4D97-AF65-F5344CB8AC3E}">
        <p14:creationId xmlns:p14="http://schemas.microsoft.com/office/powerpoint/2010/main" val="6525032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Intro 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3F8F218B-625B-FD37-0D79-D80CA7D263C6}"/>
              </a:ext>
            </a:extLst>
          </p:cNvPr>
          <p:cNvSpPr>
            <a:spLocks noGrp="1"/>
          </p:cNvSpPr>
          <p:nvPr>
            <p:ph type="body" idx="92" hasCustomPrompt="1"/>
          </p:nvPr>
        </p:nvSpPr>
        <p:spPr>
          <a:xfrm>
            <a:off x="3311320" y="2737138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939551AB-5255-7104-D3CC-327DA32CB496}"/>
              </a:ext>
            </a:extLst>
          </p:cNvPr>
          <p:cNvSpPr>
            <a:spLocks noGrp="1"/>
          </p:cNvSpPr>
          <p:nvPr>
            <p:ph type="body" idx="93" hasCustomPrompt="1"/>
          </p:nvPr>
        </p:nvSpPr>
        <p:spPr>
          <a:xfrm>
            <a:off x="3311320" y="2451073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5" name="Picture Placeholder 12">
            <a:extLst>
              <a:ext uri="{FF2B5EF4-FFF2-40B4-BE49-F238E27FC236}">
                <a16:creationId xmlns:a16="http://schemas.microsoft.com/office/drawing/2014/main" id="{2268E585-5ADD-AEDF-CABB-CDF99E25CF2B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3311320" y="525257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369769B3-2E1A-DB55-76F4-CE4CD58794DF}"/>
              </a:ext>
            </a:extLst>
          </p:cNvPr>
          <p:cNvSpPr>
            <a:spLocks noGrp="1"/>
          </p:cNvSpPr>
          <p:nvPr>
            <p:ph type="body" idx="95" hasCustomPrompt="1"/>
          </p:nvPr>
        </p:nvSpPr>
        <p:spPr>
          <a:xfrm>
            <a:off x="6096083" y="2737138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604C0163-8AEC-6AA4-1402-26FE906CD2DD}"/>
              </a:ext>
            </a:extLst>
          </p:cNvPr>
          <p:cNvSpPr>
            <a:spLocks noGrp="1"/>
          </p:cNvSpPr>
          <p:nvPr>
            <p:ph type="body" idx="96" hasCustomPrompt="1"/>
          </p:nvPr>
        </p:nvSpPr>
        <p:spPr>
          <a:xfrm>
            <a:off x="6096083" y="2451073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CD037187-8E9D-6030-5E07-9DFD58270ABE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6096083" y="525257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BE7259B7-535C-5147-C34B-94670A4735DD}"/>
              </a:ext>
            </a:extLst>
          </p:cNvPr>
          <p:cNvSpPr>
            <a:spLocks noGrp="1"/>
          </p:cNvSpPr>
          <p:nvPr>
            <p:ph type="body" idx="98" hasCustomPrompt="1"/>
          </p:nvPr>
        </p:nvSpPr>
        <p:spPr>
          <a:xfrm>
            <a:off x="8880847" y="2737138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3D589080-D3B5-9AA6-2E77-8C740BF386C6}"/>
              </a:ext>
            </a:extLst>
          </p:cNvPr>
          <p:cNvSpPr>
            <a:spLocks noGrp="1"/>
          </p:cNvSpPr>
          <p:nvPr>
            <p:ph type="body" idx="99" hasCustomPrompt="1"/>
          </p:nvPr>
        </p:nvSpPr>
        <p:spPr>
          <a:xfrm>
            <a:off x="8880847" y="2451073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1" name="Picture Placeholder 12">
            <a:extLst>
              <a:ext uri="{FF2B5EF4-FFF2-40B4-BE49-F238E27FC236}">
                <a16:creationId xmlns:a16="http://schemas.microsoft.com/office/drawing/2014/main" id="{1B9046C0-3F9D-2AFA-4B98-C535851A41B4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>
            <a:off x="8880847" y="525257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2229ABF8-CAC5-1AAD-8828-5746028C11BD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26557" y="5785404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2">
            <a:extLst>
              <a:ext uri="{FF2B5EF4-FFF2-40B4-BE49-F238E27FC236}">
                <a16:creationId xmlns:a16="http://schemas.microsoft.com/office/drawing/2014/main" id="{A240FB60-B03F-5EB4-BF59-3086FA4B7675}"/>
              </a:ext>
            </a:extLst>
          </p:cNvPr>
          <p:cNvSpPr>
            <a:spLocks noGrp="1"/>
          </p:cNvSpPr>
          <p:nvPr>
            <p:ph type="body" idx="102" hasCustomPrompt="1"/>
          </p:nvPr>
        </p:nvSpPr>
        <p:spPr>
          <a:xfrm>
            <a:off x="526557" y="5499339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4" name="Picture Placeholder 12">
            <a:extLst>
              <a:ext uri="{FF2B5EF4-FFF2-40B4-BE49-F238E27FC236}">
                <a16:creationId xmlns:a16="http://schemas.microsoft.com/office/drawing/2014/main" id="{5A83107E-D1B2-DAA4-1C29-E7AE083ADDE2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526557" y="3573523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576E6196-BCCF-2D27-0F83-5620D03019CC}"/>
              </a:ext>
            </a:extLst>
          </p:cNvPr>
          <p:cNvSpPr>
            <a:spLocks noGrp="1"/>
          </p:cNvSpPr>
          <p:nvPr>
            <p:ph type="body" idx="104" hasCustomPrompt="1"/>
          </p:nvPr>
        </p:nvSpPr>
        <p:spPr>
          <a:xfrm>
            <a:off x="3311320" y="5785404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5FE24CD2-DBF3-9FE7-26B7-5C325C81C428}"/>
              </a:ext>
            </a:extLst>
          </p:cNvPr>
          <p:cNvSpPr>
            <a:spLocks noGrp="1"/>
          </p:cNvSpPr>
          <p:nvPr>
            <p:ph type="body" idx="105" hasCustomPrompt="1"/>
          </p:nvPr>
        </p:nvSpPr>
        <p:spPr>
          <a:xfrm>
            <a:off x="3311320" y="5499339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7" name="Picture Placeholder 12">
            <a:extLst>
              <a:ext uri="{FF2B5EF4-FFF2-40B4-BE49-F238E27FC236}">
                <a16:creationId xmlns:a16="http://schemas.microsoft.com/office/drawing/2014/main" id="{D0D8AB83-DF69-6DB5-6F7A-1C0354486B99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3311320" y="3573523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13071DC1-D7B0-516D-BE26-032118E1F88D}"/>
              </a:ext>
            </a:extLst>
          </p:cNvPr>
          <p:cNvSpPr>
            <a:spLocks noGrp="1"/>
          </p:cNvSpPr>
          <p:nvPr>
            <p:ph type="body" idx="107" hasCustomPrompt="1"/>
          </p:nvPr>
        </p:nvSpPr>
        <p:spPr>
          <a:xfrm>
            <a:off x="6096083" y="5785404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C48B756-DF6E-23D0-5351-244E2958B4FF}"/>
              </a:ext>
            </a:extLst>
          </p:cNvPr>
          <p:cNvSpPr>
            <a:spLocks noGrp="1"/>
          </p:cNvSpPr>
          <p:nvPr>
            <p:ph type="body" idx="108" hasCustomPrompt="1"/>
          </p:nvPr>
        </p:nvSpPr>
        <p:spPr>
          <a:xfrm>
            <a:off x="6096083" y="5499339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Picture Placeholder 12">
            <a:extLst>
              <a:ext uri="{FF2B5EF4-FFF2-40B4-BE49-F238E27FC236}">
                <a16:creationId xmlns:a16="http://schemas.microsoft.com/office/drawing/2014/main" id="{AB09998A-D67C-8075-1042-7D1D78837828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6096083" y="3573523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7CA118EA-8380-046B-D9BD-D9A3A32375D5}"/>
              </a:ext>
            </a:extLst>
          </p:cNvPr>
          <p:cNvSpPr>
            <a:spLocks noGrp="1"/>
          </p:cNvSpPr>
          <p:nvPr>
            <p:ph type="body" idx="110" hasCustomPrompt="1"/>
          </p:nvPr>
        </p:nvSpPr>
        <p:spPr>
          <a:xfrm>
            <a:off x="8880847" y="5785404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89269C0-D7E1-5296-E7E0-E33222B9CBE2}"/>
              </a:ext>
            </a:extLst>
          </p:cNvPr>
          <p:cNvSpPr>
            <a:spLocks noGrp="1"/>
          </p:cNvSpPr>
          <p:nvPr>
            <p:ph type="body" idx="111" hasCustomPrompt="1"/>
          </p:nvPr>
        </p:nvSpPr>
        <p:spPr>
          <a:xfrm>
            <a:off x="8880847" y="5499339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3" name="Picture Placeholder 12">
            <a:extLst>
              <a:ext uri="{FF2B5EF4-FFF2-40B4-BE49-F238E27FC236}">
                <a16:creationId xmlns:a16="http://schemas.microsoft.com/office/drawing/2014/main" id="{33BA4FF6-2ACF-A02F-5E30-DBBAFB69EF23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8880847" y="3573523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BF54D-BA50-0D60-61AE-8EB1D29E73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67" y="518601"/>
            <a:ext cx="2529986" cy="1519750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4800" spc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Hello again</a:t>
            </a:r>
          </a:p>
        </p:txBody>
      </p:sp>
    </p:spTree>
    <p:extLst>
      <p:ext uri="{BB962C8B-B14F-4D97-AF65-F5344CB8AC3E}">
        <p14:creationId xmlns:p14="http://schemas.microsoft.com/office/powerpoint/2010/main" val="12252677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Intro 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D0F374CD-117F-0D9B-9A50-ABC9779F2601}"/>
              </a:ext>
            </a:extLst>
          </p:cNvPr>
          <p:cNvSpPr>
            <a:spLocks noGrp="1"/>
          </p:cNvSpPr>
          <p:nvPr>
            <p:ph type="body" idx="89" hasCustomPrompt="1"/>
          </p:nvPr>
        </p:nvSpPr>
        <p:spPr>
          <a:xfrm>
            <a:off x="526557" y="2737138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4AA79C9C-1E4F-DFBC-F0C6-359ABBF29827}"/>
              </a:ext>
            </a:extLst>
          </p:cNvPr>
          <p:cNvSpPr>
            <a:spLocks noGrp="1"/>
          </p:cNvSpPr>
          <p:nvPr>
            <p:ph type="body" idx="90" hasCustomPrompt="1"/>
          </p:nvPr>
        </p:nvSpPr>
        <p:spPr>
          <a:xfrm>
            <a:off x="526557" y="2451073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58" name="Picture Placeholder 12">
            <a:extLst>
              <a:ext uri="{FF2B5EF4-FFF2-40B4-BE49-F238E27FC236}">
                <a16:creationId xmlns:a16="http://schemas.microsoft.com/office/drawing/2014/main" id="{AEDF9C3B-A779-EE96-DF96-0ED7508454AD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526557" y="525257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3F8F218B-625B-FD37-0D79-D80CA7D263C6}"/>
              </a:ext>
            </a:extLst>
          </p:cNvPr>
          <p:cNvSpPr>
            <a:spLocks noGrp="1"/>
          </p:cNvSpPr>
          <p:nvPr>
            <p:ph type="body" idx="92" hasCustomPrompt="1"/>
          </p:nvPr>
        </p:nvSpPr>
        <p:spPr>
          <a:xfrm>
            <a:off x="3311320" y="2737138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939551AB-5255-7104-D3CC-327DA32CB496}"/>
              </a:ext>
            </a:extLst>
          </p:cNvPr>
          <p:cNvSpPr>
            <a:spLocks noGrp="1"/>
          </p:cNvSpPr>
          <p:nvPr>
            <p:ph type="body" idx="93" hasCustomPrompt="1"/>
          </p:nvPr>
        </p:nvSpPr>
        <p:spPr>
          <a:xfrm>
            <a:off x="3311320" y="2451073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5" name="Picture Placeholder 12">
            <a:extLst>
              <a:ext uri="{FF2B5EF4-FFF2-40B4-BE49-F238E27FC236}">
                <a16:creationId xmlns:a16="http://schemas.microsoft.com/office/drawing/2014/main" id="{2268E585-5ADD-AEDF-CABB-CDF99E25CF2B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3311320" y="525257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369769B3-2E1A-DB55-76F4-CE4CD58794DF}"/>
              </a:ext>
            </a:extLst>
          </p:cNvPr>
          <p:cNvSpPr>
            <a:spLocks noGrp="1"/>
          </p:cNvSpPr>
          <p:nvPr>
            <p:ph type="body" idx="95" hasCustomPrompt="1"/>
          </p:nvPr>
        </p:nvSpPr>
        <p:spPr>
          <a:xfrm>
            <a:off x="6096083" y="2737138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604C0163-8AEC-6AA4-1402-26FE906CD2DD}"/>
              </a:ext>
            </a:extLst>
          </p:cNvPr>
          <p:cNvSpPr>
            <a:spLocks noGrp="1"/>
          </p:cNvSpPr>
          <p:nvPr>
            <p:ph type="body" idx="96" hasCustomPrompt="1"/>
          </p:nvPr>
        </p:nvSpPr>
        <p:spPr>
          <a:xfrm>
            <a:off x="6096083" y="2451073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CD037187-8E9D-6030-5E07-9DFD58270ABE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6096083" y="525257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BE7259B7-535C-5147-C34B-94670A4735DD}"/>
              </a:ext>
            </a:extLst>
          </p:cNvPr>
          <p:cNvSpPr>
            <a:spLocks noGrp="1"/>
          </p:cNvSpPr>
          <p:nvPr>
            <p:ph type="body" idx="98" hasCustomPrompt="1"/>
          </p:nvPr>
        </p:nvSpPr>
        <p:spPr>
          <a:xfrm>
            <a:off x="8880847" y="2737138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3D589080-D3B5-9AA6-2E77-8C740BF386C6}"/>
              </a:ext>
            </a:extLst>
          </p:cNvPr>
          <p:cNvSpPr>
            <a:spLocks noGrp="1"/>
          </p:cNvSpPr>
          <p:nvPr>
            <p:ph type="body" idx="99" hasCustomPrompt="1"/>
          </p:nvPr>
        </p:nvSpPr>
        <p:spPr>
          <a:xfrm>
            <a:off x="8880847" y="2451073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1" name="Picture Placeholder 12">
            <a:extLst>
              <a:ext uri="{FF2B5EF4-FFF2-40B4-BE49-F238E27FC236}">
                <a16:creationId xmlns:a16="http://schemas.microsoft.com/office/drawing/2014/main" id="{1B9046C0-3F9D-2AFA-4B98-C535851A41B4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>
            <a:off x="8880847" y="525257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2229ABF8-CAC5-1AAD-8828-5746028C11BD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26557" y="5785404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2">
            <a:extLst>
              <a:ext uri="{FF2B5EF4-FFF2-40B4-BE49-F238E27FC236}">
                <a16:creationId xmlns:a16="http://schemas.microsoft.com/office/drawing/2014/main" id="{A240FB60-B03F-5EB4-BF59-3086FA4B7675}"/>
              </a:ext>
            </a:extLst>
          </p:cNvPr>
          <p:cNvSpPr>
            <a:spLocks noGrp="1"/>
          </p:cNvSpPr>
          <p:nvPr>
            <p:ph type="body" idx="102" hasCustomPrompt="1"/>
          </p:nvPr>
        </p:nvSpPr>
        <p:spPr>
          <a:xfrm>
            <a:off x="526557" y="5499339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4" name="Picture Placeholder 12">
            <a:extLst>
              <a:ext uri="{FF2B5EF4-FFF2-40B4-BE49-F238E27FC236}">
                <a16:creationId xmlns:a16="http://schemas.microsoft.com/office/drawing/2014/main" id="{5A83107E-D1B2-DAA4-1C29-E7AE083ADDE2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526557" y="3573523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576E6196-BCCF-2D27-0F83-5620D03019CC}"/>
              </a:ext>
            </a:extLst>
          </p:cNvPr>
          <p:cNvSpPr>
            <a:spLocks noGrp="1"/>
          </p:cNvSpPr>
          <p:nvPr>
            <p:ph type="body" idx="104" hasCustomPrompt="1"/>
          </p:nvPr>
        </p:nvSpPr>
        <p:spPr>
          <a:xfrm>
            <a:off x="3311320" y="5785404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5FE24CD2-DBF3-9FE7-26B7-5C325C81C428}"/>
              </a:ext>
            </a:extLst>
          </p:cNvPr>
          <p:cNvSpPr>
            <a:spLocks noGrp="1"/>
          </p:cNvSpPr>
          <p:nvPr>
            <p:ph type="body" idx="105" hasCustomPrompt="1"/>
          </p:nvPr>
        </p:nvSpPr>
        <p:spPr>
          <a:xfrm>
            <a:off x="3311320" y="5499339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7" name="Picture Placeholder 12">
            <a:extLst>
              <a:ext uri="{FF2B5EF4-FFF2-40B4-BE49-F238E27FC236}">
                <a16:creationId xmlns:a16="http://schemas.microsoft.com/office/drawing/2014/main" id="{D0D8AB83-DF69-6DB5-6F7A-1C0354486B99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3311320" y="3573523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13071DC1-D7B0-516D-BE26-032118E1F88D}"/>
              </a:ext>
            </a:extLst>
          </p:cNvPr>
          <p:cNvSpPr>
            <a:spLocks noGrp="1"/>
          </p:cNvSpPr>
          <p:nvPr>
            <p:ph type="body" idx="107" hasCustomPrompt="1"/>
          </p:nvPr>
        </p:nvSpPr>
        <p:spPr>
          <a:xfrm>
            <a:off x="6096083" y="5785404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C48B756-DF6E-23D0-5351-244E2958B4FF}"/>
              </a:ext>
            </a:extLst>
          </p:cNvPr>
          <p:cNvSpPr>
            <a:spLocks noGrp="1"/>
          </p:cNvSpPr>
          <p:nvPr>
            <p:ph type="body" idx="108" hasCustomPrompt="1"/>
          </p:nvPr>
        </p:nvSpPr>
        <p:spPr>
          <a:xfrm>
            <a:off x="6096083" y="5499339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Picture Placeholder 12">
            <a:extLst>
              <a:ext uri="{FF2B5EF4-FFF2-40B4-BE49-F238E27FC236}">
                <a16:creationId xmlns:a16="http://schemas.microsoft.com/office/drawing/2014/main" id="{AB09998A-D67C-8075-1042-7D1D78837828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6096083" y="3573523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7CA118EA-8380-046B-D9BD-D9A3A32375D5}"/>
              </a:ext>
            </a:extLst>
          </p:cNvPr>
          <p:cNvSpPr>
            <a:spLocks noGrp="1"/>
          </p:cNvSpPr>
          <p:nvPr>
            <p:ph type="body" idx="110" hasCustomPrompt="1"/>
          </p:nvPr>
        </p:nvSpPr>
        <p:spPr>
          <a:xfrm>
            <a:off x="8880847" y="5785404"/>
            <a:ext cx="2529986" cy="1828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89269C0-D7E1-5296-E7E0-E33222B9CBE2}"/>
              </a:ext>
            </a:extLst>
          </p:cNvPr>
          <p:cNvSpPr>
            <a:spLocks noGrp="1"/>
          </p:cNvSpPr>
          <p:nvPr>
            <p:ph type="body" idx="111" hasCustomPrompt="1"/>
          </p:nvPr>
        </p:nvSpPr>
        <p:spPr>
          <a:xfrm>
            <a:off x="8880847" y="5499339"/>
            <a:ext cx="2529986" cy="27432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3" name="Picture Placeholder 12">
            <a:extLst>
              <a:ext uri="{FF2B5EF4-FFF2-40B4-BE49-F238E27FC236}">
                <a16:creationId xmlns:a16="http://schemas.microsoft.com/office/drawing/2014/main" id="{33BA4FF6-2ACF-A02F-5E30-DBBAFB69EF23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8880847" y="3573523"/>
            <a:ext cx="2529986" cy="1766563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00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423FFE9-846C-3E96-7444-B035C0BD9A75}"/>
              </a:ext>
            </a:extLst>
          </p:cNvPr>
          <p:cNvSpPr/>
          <p:nvPr userDrawn="1"/>
        </p:nvSpPr>
        <p:spPr>
          <a:xfrm>
            <a:off x="396453" y="6394406"/>
            <a:ext cx="581891" cy="2682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EC8E6E-3C09-8732-BE1D-CB205EDB00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10744735" y="826924"/>
            <a:ext cx="1249847" cy="6332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64BEEA-E8A6-FF52-B01B-95A23DEC0663}"/>
              </a:ext>
            </a:extLst>
          </p:cNvPr>
          <p:cNvSpPr txBox="1"/>
          <p:nvPr userDrawn="1"/>
        </p:nvSpPr>
        <p:spPr>
          <a:xfrm>
            <a:off x="6181630" y="3273552"/>
            <a:ext cx="5613917" cy="3254977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indent="0" algn="r">
              <a:lnSpc>
                <a:spcPct val="56000"/>
              </a:lnSpc>
              <a:buFont typeface="Modern Era" panose="02000000000000000000" pitchFamily="50" charset="0"/>
              <a:buNone/>
            </a:pPr>
            <a:r>
              <a:rPr lang="en-US" sz="14000" spc="-300">
                <a:solidFill>
                  <a:schemeClr val="bg1"/>
                </a:solidFill>
                <a:latin typeface="+mj-lt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717416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423FFE9-846C-3E96-7444-B035C0BD9A75}"/>
              </a:ext>
            </a:extLst>
          </p:cNvPr>
          <p:cNvSpPr/>
          <p:nvPr userDrawn="1"/>
        </p:nvSpPr>
        <p:spPr>
          <a:xfrm>
            <a:off x="396453" y="6394406"/>
            <a:ext cx="581891" cy="2682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57D8B0-2B6F-02BD-7490-514753851D66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525" y="550924"/>
            <a:ext cx="35558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7EC8E6E-3C09-8732-BE1D-CB205EDB00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10744735" y="826924"/>
            <a:ext cx="1249847" cy="633256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8946B5E-FEBF-305A-F4DA-4AEC169D9E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7525" y="1282139"/>
            <a:ext cx="4820957" cy="1906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/>
              <a:t>XXX.XXX.XXXX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136AF4D-A2EE-B01E-B8DE-4FD51F7FF7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7525" y="1038179"/>
            <a:ext cx="4820957" cy="1906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err="1"/>
              <a:t>Emailaddress@horizontal.com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BD3C5A-6991-93C8-7237-EA9C3D8BD1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525" y="763291"/>
            <a:ext cx="4820957" cy="2215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>
                <a:latin typeface="+mj-lt"/>
              </a:defRPr>
            </a:lvl1pPr>
          </a:lstStyle>
          <a:p>
            <a:pPr lvl="0"/>
            <a:r>
              <a:rPr lang="en-US"/>
              <a:t>Get in touch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790616EF-33A8-8144-C8F1-3BF9425F4F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7525" y="3580334"/>
            <a:ext cx="4820957" cy="251566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This is where an optional short description or sub-headline should live. Only use if added context is necessary. Keep it to three to four lines tall if you can. Less is more.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64BEEA-E8A6-FF52-B01B-95A23DEC0663}"/>
              </a:ext>
            </a:extLst>
          </p:cNvPr>
          <p:cNvSpPr txBox="1"/>
          <p:nvPr userDrawn="1"/>
        </p:nvSpPr>
        <p:spPr>
          <a:xfrm>
            <a:off x="6181630" y="3273552"/>
            <a:ext cx="5613917" cy="3254977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indent="0" algn="r">
              <a:lnSpc>
                <a:spcPct val="56000"/>
              </a:lnSpc>
              <a:buFont typeface="Modern Era" panose="02000000000000000000" pitchFamily="50" charset="0"/>
              <a:buNone/>
            </a:pPr>
            <a:r>
              <a:rPr lang="en-US" sz="14000" spc="-300">
                <a:solidFill>
                  <a:schemeClr val="bg1"/>
                </a:solidFill>
                <a:latin typeface="+mj-lt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324847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423FFE9-846C-3E96-7444-B035C0BD9A75}"/>
              </a:ext>
            </a:extLst>
          </p:cNvPr>
          <p:cNvSpPr/>
          <p:nvPr userDrawn="1"/>
        </p:nvSpPr>
        <p:spPr>
          <a:xfrm>
            <a:off x="396453" y="6394406"/>
            <a:ext cx="362003" cy="2682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14245E-3CEE-1527-EF29-FD17D2A2C4F7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525" y="550924"/>
            <a:ext cx="35558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F883659-2AD6-A822-7F96-C39AE88497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10744735" y="826924"/>
            <a:ext cx="1249847" cy="633256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12B51BE-1A43-5691-E7EC-8C20723F58C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7525" y="3070568"/>
            <a:ext cx="4820957" cy="1906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/>
              <a:t>XXX.XXX.XXXX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E2826351-6775-1A1D-4CF7-B75271E327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7525" y="2826608"/>
            <a:ext cx="4820957" cy="1906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err="1"/>
              <a:t>Emailaddress@horizontal.com</a:t>
            </a:r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0226F2B-9CA4-B68D-4094-5C554A9B45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525" y="2551720"/>
            <a:ext cx="4820957" cy="2215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>
                <a:latin typeface="+mj-lt"/>
              </a:defRPr>
            </a:lvl1pPr>
          </a:lstStyle>
          <a:p>
            <a:pPr lvl="0"/>
            <a:r>
              <a:rPr lang="en-US"/>
              <a:t>Get in touch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790616EF-33A8-8144-C8F1-3BF9425F4F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7525" y="757374"/>
            <a:ext cx="4820957" cy="152982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This is where an optional short description or sub-headline should live. Only use if added context is necessary. Keep it to three to four lines tall if you can. Less is more.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46474ED-EB0C-E74B-4C0F-55E042393548}"/>
              </a:ext>
            </a:extLst>
          </p:cNvPr>
          <p:cNvSpPr txBox="1"/>
          <p:nvPr userDrawn="1"/>
        </p:nvSpPr>
        <p:spPr>
          <a:xfrm>
            <a:off x="369020" y="4988323"/>
            <a:ext cx="11545339" cy="2253718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 marL="0" indent="0" algn="l">
              <a:buFont typeface="Modern Era" panose="02000000000000000000" pitchFamily="50" charset="0"/>
              <a:buNone/>
            </a:pPr>
            <a:r>
              <a:rPr lang="en-US" sz="18000" spc="-300">
                <a:solidFill>
                  <a:schemeClr val="bg1"/>
                </a:solidFill>
                <a:latin typeface="+mj-lt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375615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Text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2">
            <a:extLst>
              <a:ext uri="{FF2B5EF4-FFF2-40B4-BE49-F238E27FC236}">
                <a16:creationId xmlns:a16="http://schemas.microsoft.com/office/drawing/2014/main" id="{945FA29B-D976-982B-85BE-06618B56F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88C7D983-31A5-965A-A809-F2C15A10A0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6800" y="6505274"/>
            <a:ext cx="5076117" cy="116044"/>
          </a:xfrm>
        </p:spPr>
        <p:txBody>
          <a:bodyPr/>
          <a:lstStyle/>
          <a:p>
            <a:r>
              <a:rPr lang="en-US"/>
              <a:t>Intellectual property of Horizontal Digital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32DF07E-968F-2C33-49F2-2B733C21D177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36331-12D5-92F9-6588-A07B79FBF0D8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525463" y="1501140"/>
            <a:ext cx="7326240" cy="45948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411C1F4-59B1-70EE-09A4-593058264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</p:spTree>
    <p:extLst>
      <p:ext uri="{BB962C8B-B14F-4D97-AF65-F5344CB8AC3E}">
        <p14:creationId xmlns:p14="http://schemas.microsoft.com/office/powerpoint/2010/main" val="32443057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graph w/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7F64D735-0680-795B-C7C5-ACBF4BE07B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42917" y="512064"/>
            <a:ext cx="5830407" cy="5587794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7" name="Slide Number Placeholder 12">
            <a:extLst>
              <a:ext uri="{FF2B5EF4-FFF2-40B4-BE49-F238E27FC236}">
                <a16:creationId xmlns:a16="http://schemas.microsoft.com/office/drawing/2014/main" id="{945FA29B-D976-982B-85BE-06618B56F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88C7D983-31A5-965A-A809-F2C15A10A0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6800" y="6505274"/>
            <a:ext cx="5076117" cy="116044"/>
          </a:xfrm>
        </p:spPr>
        <p:txBody>
          <a:bodyPr/>
          <a:lstStyle/>
          <a:p>
            <a:r>
              <a:rPr lang="en-US"/>
              <a:t>Intellectual property of Horizontal Digital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21D4484-62D8-CF9E-A9D5-E2211BB1090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525464" y="1767736"/>
            <a:ext cx="4800680" cy="4332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C415D824-FA5B-B437-14F8-D52B8E457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619256"/>
            <a:ext cx="4800681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EB25653-CAF1-898D-23DC-04628D7D1411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4800528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5264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2">
            <a:extLst>
              <a:ext uri="{FF2B5EF4-FFF2-40B4-BE49-F238E27FC236}">
                <a16:creationId xmlns:a16="http://schemas.microsoft.com/office/drawing/2014/main" id="{945FA29B-D976-982B-85BE-06618B56F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88C7D983-31A5-965A-A809-F2C15A10A0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6800" y="6505274"/>
            <a:ext cx="5076117" cy="116044"/>
          </a:xfrm>
        </p:spPr>
        <p:txBody>
          <a:bodyPr/>
          <a:lstStyle/>
          <a:p>
            <a:r>
              <a:rPr lang="en-US"/>
              <a:t>Intellectual property of Horizontal Digital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E5310EB-7BB3-B79C-C390-84C0835A588F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230CBA3-F36C-7004-0793-DE20890AEC4E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6344373" y="2268334"/>
            <a:ext cx="5088255" cy="3827666"/>
          </a:xfrm>
        </p:spPr>
        <p:txBody>
          <a:bodyPr/>
          <a:lstStyle>
            <a:lvl5pPr>
              <a:defRPr b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91B983F-EB69-FBD8-D7AC-885D602FFF72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344372" y="1512278"/>
            <a:ext cx="5088255" cy="56692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467A415-9F62-9278-D911-371FA8672D67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525464" y="2268334"/>
            <a:ext cx="5088255" cy="3827666"/>
          </a:xfrm>
        </p:spPr>
        <p:txBody>
          <a:bodyPr/>
          <a:lstStyle>
            <a:lvl5pPr>
              <a:defRPr b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3EE33C91-D701-DC19-1581-35FC27C55E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463" y="1512278"/>
            <a:ext cx="5088255" cy="56692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C415D824-FA5B-B437-14F8-D52B8E457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</p:spTree>
    <p:extLst>
      <p:ext uri="{BB962C8B-B14F-4D97-AF65-F5344CB8AC3E}">
        <p14:creationId xmlns:p14="http://schemas.microsoft.com/office/powerpoint/2010/main" val="29732138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5E97CD-434A-940F-BEC2-B168610EF7A1}"/>
              </a:ext>
            </a:extLst>
          </p:cNvPr>
          <p:cNvSpPr>
            <a:spLocks noGrp="1"/>
          </p:cNvSpPr>
          <p:nvPr>
            <p:ph type="sldNum" sz="quarter" idx="70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A8AA25F-3482-8350-0893-4F8C234FA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C51AAB6-D8E2-5A67-5CCA-495169DFFF87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8133355" y="2274364"/>
            <a:ext cx="3275012" cy="38216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F1DBD84F-F917-23E5-297F-8A16C54050C1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133355" y="1521069"/>
            <a:ext cx="3273552" cy="55588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63D8CA0-0233-1E7D-9F7F-DB0EABD47BA5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4329409" y="2274364"/>
            <a:ext cx="3275012" cy="38216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CDC2CC5C-7E50-9348-9551-8C60DE604E0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330139" y="1521069"/>
            <a:ext cx="3273552" cy="55588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D837B-8DD9-AFDD-9CC1-3A4E793B50C6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525463" y="2274364"/>
            <a:ext cx="3275012" cy="38216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8323BA42-D2F8-20EA-F34C-4CC4E6F964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463" y="1521069"/>
            <a:ext cx="3275012" cy="55588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5DB8C2-6A39-73D3-F878-9FDC3A4F68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B2D58EB-95DB-6023-8E3F-0F2C1BB5BDAC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1997540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35A6D5C-BDB0-93A8-565B-6F709FFA9B9D}"/>
              </a:ext>
            </a:extLst>
          </p:cNvPr>
          <p:cNvSpPr>
            <a:spLocks noGrp="1"/>
          </p:cNvSpPr>
          <p:nvPr>
            <p:ph type="sldNum" sz="quarter" idx="75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A8AA25F-3482-8350-0893-4F8C234FA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535AD93-54AC-4B24-3CEE-F08E9ADD3E5D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8891025" y="2524756"/>
            <a:ext cx="2276691" cy="3571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2E9C73F-0C3A-17A6-A5D6-70AB1F44D6F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891025" y="1546469"/>
            <a:ext cx="2265737" cy="7809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BD2F6C9-69B9-9170-3E29-1394E9B21711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6102505" y="2524756"/>
            <a:ext cx="2276691" cy="3571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69256F-F0BE-79E5-96CB-3E2E133D37D9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102505" y="1546469"/>
            <a:ext cx="2265737" cy="7809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CB11B43-53B4-0205-8A9B-B697D4E08D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3313984" y="2524756"/>
            <a:ext cx="2276691" cy="3571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D2F7AA8-CB5C-2A2C-8C29-0485CEE033BC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313984" y="1546469"/>
            <a:ext cx="2265737" cy="7809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A3929F-0C2A-2EFD-3447-CD91132BCA00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525463" y="2524756"/>
            <a:ext cx="2276691" cy="3571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8323BA42-D2F8-20EA-F34C-4CC4E6F964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463" y="1546469"/>
            <a:ext cx="2265737" cy="7809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A886519-E7BA-2855-2F64-74F4058D2C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4CF84B9-AEAA-FB00-B967-D0F279804529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58599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35A6D5C-BDB0-93A8-565B-6F709FFA9B9D}"/>
              </a:ext>
            </a:extLst>
          </p:cNvPr>
          <p:cNvSpPr>
            <a:spLocks noGrp="1"/>
          </p:cNvSpPr>
          <p:nvPr>
            <p:ph type="sldNum" sz="quarter" idx="75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A8AA25F-3482-8350-0893-4F8C234FA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3A10504-3951-2A8F-5A59-58D62B9BC901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9654780" y="2524756"/>
            <a:ext cx="2011756" cy="3571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78BCC40-7DD8-ACF8-D6EA-FD69DF101D8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9654779" y="1546469"/>
            <a:ext cx="2002077" cy="7809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535AD93-54AC-4B24-3CEE-F08E9ADD3E5D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7372451" y="2524756"/>
            <a:ext cx="2011756" cy="3571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2E9C73F-0C3A-17A6-A5D6-70AB1F44D6F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372450" y="1546469"/>
            <a:ext cx="2002077" cy="7809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BD2F6C9-69B9-9170-3E29-1394E9B21711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5090122" y="2524756"/>
            <a:ext cx="2011756" cy="3571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69256F-F0BE-79E5-96CB-3E2E133D37D9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090121" y="1546469"/>
            <a:ext cx="2002077" cy="7809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CB11B43-53B4-0205-8A9B-B697D4E08D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2807793" y="2524756"/>
            <a:ext cx="2011756" cy="3571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D2F7AA8-CB5C-2A2C-8C29-0485CEE033BC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807792" y="1546469"/>
            <a:ext cx="2002077" cy="7809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DA3929F-0C2A-2EFD-3447-CD91132BCA00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525464" y="2524756"/>
            <a:ext cx="2011756" cy="3571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8323BA42-D2F8-20EA-F34C-4CC4E6F964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463" y="1546469"/>
            <a:ext cx="2002077" cy="7809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A886519-E7BA-2855-2F64-74F4058D2C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E815B5A-AF97-7A00-81FF-EA811590A78F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2336885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35A6D5C-BDB0-93A8-565B-6F709FFA9B9D}"/>
              </a:ext>
            </a:extLst>
          </p:cNvPr>
          <p:cNvSpPr>
            <a:spLocks noGrp="1"/>
          </p:cNvSpPr>
          <p:nvPr>
            <p:ph type="sldNum" sz="quarter" idx="75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A8AA25F-3482-8350-0893-4F8C234FA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078BCC40-7DD8-ACF8-D6EA-FD69DF101D8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134385" y="1546469"/>
            <a:ext cx="1645920" cy="7809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here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2E9C73F-0C3A-17A6-A5D6-70AB1F44D6F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228262" y="1546469"/>
            <a:ext cx="1645920" cy="7809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69256F-F0BE-79E5-96CB-3E2E133D37D9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322139" y="1546469"/>
            <a:ext cx="1645920" cy="7809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here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D2F7AA8-CB5C-2A2C-8C29-0485CEE033BC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416016" y="1546469"/>
            <a:ext cx="1645920" cy="7809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here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8323BA42-D2F8-20EA-F34C-4CC4E6F964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5464" y="1546469"/>
            <a:ext cx="1645920" cy="7809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here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A886519-E7BA-2855-2F64-74F4058D2C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E815B5A-AF97-7A00-81FF-EA811590A78F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971C8437-D080-F63B-F95D-F8487A8D7DF9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>
          <a:xfrm>
            <a:off x="8134385" y="2507028"/>
            <a:ext cx="1645920" cy="358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3AB9A6E-4D32-1C52-47CC-C438572A2E17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>
          <a:xfrm>
            <a:off x="6228262" y="2507028"/>
            <a:ext cx="1645920" cy="358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23728438-7A93-77E7-6378-9C414ED91C57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4322139" y="2507028"/>
            <a:ext cx="1645920" cy="358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3A81913-B379-83FF-0FC0-B9FD8EA505AC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2416016" y="2507028"/>
            <a:ext cx="1645920" cy="358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95EEA6C-9EFF-9007-517A-91AF0333291F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509893" y="2507028"/>
            <a:ext cx="1645920" cy="358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BF92A7B-E213-E5AC-53EF-0E7DBE6224DE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10040507" y="2507028"/>
            <a:ext cx="1645920" cy="358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AD82B979-6CE5-139B-EC7B-3C01D53AB7AF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0040507" y="1546469"/>
            <a:ext cx="1645920" cy="78099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6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here</a:t>
            </a:r>
          </a:p>
        </p:txBody>
      </p:sp>
    </p:spTree>
    <p:extLst>
      <p:ext uri="{BB962C8B-B14F-4D97-AF65-F5344CB8AC3E}">
        <p14:creationId xmlns:p14="http://schemas.microsoft.com/office/powerpoint/2010/main" val="28050578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2">
            <a:extLst>
              <a:ext uri="{FF2B5EF4-FFF2-40B4-BE49-F238E27FC236}">
                <a16:creationId xmlns:a16="http://schemas.microsoft.com/office/drawing/2014/main" id="{945FA29B-D976-982B-85BE-06618B56F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88C7D983-31A5-965A-A809-F2C15A10A0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6800" y="6505274"/>
            <a:ext cx="5076117" cy="116044"/>
          </a:xfrm>
        </p:spPr>
        <p:txBody>
          <a:bodyPr/>
          <a:lstStyle/>
          <a:p>
            <a:r>
              <a:rPr lang="en-US"/>
              <a:t>Intellectual property of Horizontal Digital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C415D824-FA5B-B437-14F8-D52B8E457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616" y="599837"/>
            <a:ext cx="11147708" cy="7680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12576-52CE-63D5-B5B5-C7CBB7B94343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0366520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BAR (shor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A114050-5260-FACE-892B-16080A9292CD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525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64DD9C-F4C2-499F-EF74-1CF356439CF4}"/>
              </a:ext>
            </a:extLst>
          </p:cNvPr>
          <p:cNvCxnSpPr>
            <a:cxnSpLocks/>
          </p:cNvCxnSpPr>
          <p:nvPr userDrawn="1"/>
        </p:nvCxnSpPr>
        <p:spPr>
          <a:xfrm flipH="1">
            <a:off x="6340102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9E0C12C-1D69-E697-16BF-2C23D04D95C1}"/>
              </a:ext>
            </a:extLst>
          </p:cNvPr>
          <p:cNvSpPr>
            <a:spLocks noGrp="1"/>
          </p:cNvSpPr>
          <p:nvPr>
            <p:ph type="sldNum" sz="quarter" idx="71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A8AA25F-3482-8350-0893-4F8C234FA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D1164D3-7A03-8B9E-75E7-05F2955A5F89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6344155" y="3533637"/>
            <a:ext cx="5076116" cy="2562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A52F5AF-DC14-9834-B735-45480133A6CB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511609" y="3533637"/>
            <a:ext cx="5076116" cy="2562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A4B698-0BAD-075C-9EFE-A9BA2ED489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26122-F141-7D02-7E16-00756F732835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662975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BAR (tal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AF53BC-3898-9C8D-99A7-9B02F852D023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525" y="1805221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92D13AC-7D7F-614A-DEFF-A708708F9564}"/>
              </a:ext>
            </a:extLst>
          </p:cNvPr>
          <p:cNvCxnSpPr>
            <a:cxnSpLocks/>
          </p:cNvCxnSpPr>
          <p:nvPr userDrawn="1"/>
        </p:nvCxnSpPr>
        <p:spPr>
          <a:xfrm flipH="1">
            <a:off x="6346826" y="1805221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9E0C12C-1D69-E697-16BF-2C23D04D95C1}"/>
              </a:ext>
            </a:extLst>
          </p:cNvPr>
          <p:cNvSpPr>
            <a:spLocks noGrp="1"/>
          </p:cNvSpPr>
          <p:nvPr>
            <p:ph type="sldNum" sz="quarter" idx="71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A8AA25F-3482-8350-0893-4F8C234FA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D1164D3-7A03-8B9E-75E7-05F2955A5F89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6344155" y="2010458"/>
            <a:ext cx="5076116" cy="40855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A52F5AF-DC14-9834-B735-45480133A6CB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511609" y="2010458"/>
            <a:ext cx="5076116" cy="40855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A4B698-0BAD-075C-9EFE-A9BA2ED489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D7AE3-1864-D954-6412-4C8FA60B9867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05402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BAR (shor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21E764-10A9-4F54-20DC-E58B5EB31CDA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525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24CBA0-A2B7-EFDF-C926-625C7E915802}"/>
              </a:ext>
            </a:extLst>
          </p:cNvPr>
          <p:cNvCxnSpPr>
            <a:cxnSpLocks/>
          </p:cNvCxnSpPr>
          <p:nvPr userDrawn="1"/>
        </p:nvCxnSpPr>
        <p:spPr>
          <a:xfrm flipH="1">
            <a:off x="4331437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077DB4-2137-A012-BD4A-BAF851F07CF6}"/>
              </a:ext>
            </a:extLst>
          </p:cNvPr>
          <p:cNvCxnSpPr>
            <a:cxnSpLocks/>
          </p:cNvCxnSpPr>
          <p:nvPr userDrawn="1"/>
        </p:nvCxnSpPr>
        <p:spPr>
          <a:xfrm flipH="1">
            <a:off x="8128707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923CF9-EE41-EDD3-4CFD-DF90873E645C}"/>
              </a:ext>
            </a:extLst>
          </p:cNvPr>
          <p:cNvSpPr>
            <a:spLocks noGrp="1"/>
          </p:cNvSpPr>
          <p:nvPr>
            <p:ph type="sldNum" sz="quarter" idx="76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2D232E9-5A2C-8593-FD87-C3F31B413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2ECC4FE-B256-1111-44FA-EA18DABA9A4A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8128707" y="3525460"/>
            <a:ext cx="3287437" cy="25705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368F44E-B8B6-ECBA-D016-32AC8E3325E2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4331437" y="3525460"/>
            <a:ext cx="3287437" cy="25705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7EB734-E54D-7764-7EC6-B0A80F584DB4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509893" y="3525460"/>
            <a:ext cx="3319382" cy="25705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7E3C20B-80ED-2A0E-9410-C5310D5E5E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DEBBD67-4BEB-82CB-3E78-8387583BE4CF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719531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BAR (tal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B78678-3943-5B50-0A6A-64086EE396F7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525" y="1805221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9F90C3B-C650-F26C-8730-8BAA3D6BFE35}"/>
              </a:ext>
            </a:extLst>
          </p:cNvPr>
          <p:cNvCxnSpPr>
            <a:cxnSpLocks/>
          </p:cNvCxnSpPr>
          <p:nvPr userDrawn="1"/>
        </p:nvCxnSpPr>
        <p:spPr>
          <a:xfrm flipH="1">
            <a:off x="4331437" y="1805221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539E44-72FC-C36C-5D63-846261134C81}"/>
              </a:ext>
            </a:extLst>
          </p:cNvPr>
          <p:cNvCxnSpPr>
            <a:cxnSpLocks/>
          </p:cNvCxnSpPr>
          <p:nvPr userDrawn="1"/>
        </p:nvCxnSpPr>
        <p:spPr>
          <a:xfrm flipH="1">
            <a:off x="8128707" y="1805221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923CF9-EE41-EDD3-4CFD-DF90873E645C}"/>
              </a:ext>
            </a:extLst>
          </p:cNvPr>
          <p:cNvSpPr>
            <a:spLocks noGrp="1"/>
          </p:cNvSpPr>
          <p:nvPr>
            <p:ph type="sldNum" sz="quarter" idx="76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2D232E9-5A2C-8593-FD87-C3F31B413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2ECC4FE-B256-1111-44FA-EA18DABA9A4A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8128707" y="2003850"/>
            <a:ext cx="3287437" cy="40921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368F44E-B8B6-ECBA-D016-32AC8E3325E2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4331437" y="2003850"/>
            <a:ext cx="3287437" cy="40921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7EB734-E54D-7764-7EC6-B0A80F584DB4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509893" y="2003850"/>
            <a:ext cx="3319382" cy="40921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7E3C20B-80ED-2A0E-9410-C5310D5E5E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E82A9CA-1B1F-A182-28E5-7085FCCA564D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2218185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BAR (shor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CD3C22-FDCA-9C39-BA13-68C925A01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525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ACB64A-55B1-5880-7D24-7E12329D7882}"/>
              </a:ext>
            </a:extLst>
          </p:cNvPr>
          <p:cNvCxnSpPr>
            <a:cxnSpLocks/>
          </p:cNvCxnSpPr>
          <p:nvPr userDrawn="1"/>
        </p:nvCxnSpPr>
        <p:spPr>
          <a:xfrm flipH="1">
            <a:off x="3306906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B1FB343-D389-2FF0-E17B-88E671C08DA5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6287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286CD-90B3-A0CF-5629-D922D9A985FC}"/>
              </a:ext>
            </a:extLst>
          </p:cNvPr>
          <p:cNvCxnSpPr>
            <a:cxnSpLocks/>
          </p:cNvCxnSpPr>
          <p:nvPr userDrawn="1"/>
        </p:nvCxnSpPr>
        <p:spPr>
          <a:xfrm flipH="1">
            <a:off x="8885667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923CF9-EE41-EDD3-4CFD-DF90873E645C}"/>
              </a:ext>
            </a:extLst>
          </p:cNvPr>
          <p:cNvSpPr>
            <a:spLocks noGrp="1"/>
          </p:cNvSpPr>
          <p:nvPr>
            <p:ph type="sldNum" sz="quarter" idx="76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2D232E9-5A2C-8593-FD87-C3F31B413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5C096AA-C847-38FE-0191-01D8FE589842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8894112" y="3533262"/>
            <a:ext cx="2273604" cy="2562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2ECC4FE-B256-1111-44FA-EA18DABA9A4A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6106736" y="3533262"/>
            <a:ext cx="2273604" cy="2562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368F44E-B8B6-ECBA-D016-32AC8E3325E2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3319361" y="3533262"/>
            <a:ext cx="2273604" cy="2562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7EB734-E54D-7764-7EC6-B0A80F584DB4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509893" y="3533262"/>
            <a:ext cx="2295697" cy="2562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7E3C20B-80ED-2A0E-9410-C5310D5E5E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83123C5-A076-3B2D-B3FC-9814ECAC5502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350663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BAR (tal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DC41A12-8A31-0FA5-CE8F-431CD02A9304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525" y="1805221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069244-44E6-BD9C-2D2C-F2A7DAA59458}"/>
              </a:ext>
            </a:extLst>
          </p:cNvPr>
          <p:cNvCxnSpPr>
            <a:cxnSpLocks/>
          </p:cNvCxnSpPr>
          <p:nvPr userDrawn="1"/>
        </p:nvCxnSpPr>
        <p:spPr>
          <a:xfrm flipH="1">
            <a:off x="3306906" y="1805221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AD0153-F732-92F1-E94D-5262F232F8F9}"/>
              </a:ext>
            </a:extLst>
          </p:cNvPr>
          <p:cNvCxnSpPr>
            <a:cxnSpLocks/>
          </p:cNvCxnSpPr>
          <p:nvPr userDrawn="1"/>
        </p:nvCxnSpPr>
        <p:spPr>
          <a:xfrm flipH="1">
            <a:off x="6096287" y="1805221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575E6A-BED5-6970-5A34-4B5285F4D764}"/>
              </a:ext>
            </a:extLst>
          </p:cNvPr>
          <p:cNvCxnSpPr>
            <a:cxnSpLocks/>
          </p:cNvCxnSpPr>
          <p:nvPr userDrawn="1"/>
        </p:nvCxnSpPr>
        <p:spPr>
          <a:xfrm flipH="1">
            <a:off x="8885667" y="1805221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2EE8923-7424-62BF-B144-E8AE5CBCD57B}"/>
              </a:ext>
            </a:extLst>
          </p:cNvPr>
          <p:cNvSpPr>
            <a:spLocks noGrp="1"/>
          </p:cNvSpPr>
          <p:nvPr>
            <p:ph type="sldNum" sz="quarter" idx="76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2D232E9-5A2C-8593-FD87-C3F31B413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31333-CDDD-8F58-C547-28826B6E106B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8894112" y="2002444"/>
            <a:ext cx="2273604" cy="4093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39A49F-EB70-DA64-0918-BA3AE04BDD34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6106736" y="2002444"/>
            <a:ext cx="2273604" cy="4093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0C8C525-95A6-334C-959C-EFBD8C6A478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3319361" y="2002444"/>
            <a:ext cx="2273604" cy="4093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0DF8531-3A19-FA59-560B-2B3A5144ECFB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509893" y="2002444"/>
            <a:ext cx="2295697" cy="4093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6F32F8A9-155C-7659-28C4-883177FB8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A55AACD-6AE3-D63F-3D22-2492DF53DD32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552060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- BAR (shor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CD3C22-FDCA-9C39-BA13-68C925A01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525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ACB64A-55B1-5880-7D24-7E12329D7882}"/>
              </a:ext>
            </a:extLst>
          </p:cNvPr>
          <p:cNvCxnSpPr>
            <a:cxnSpLocks/>
          </p:cNvCxnSpPr>
          <p:nvPr userDrawn="1"/>
        </p:nvCxnSpPr>
        <p:spPr>
          <a:xfrm flipH="1">
            <a:off x="2801094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B1FB343-D389-2FF0-E17B-88E671C08DA5}"/>
              </a:ext>
            </a:extLst>
          </p:cNvPr>
          <p:cNvCxnSpPr>
            <a:cxnSpLocks/>
          </p:cNvCxnSpPr>
          <p:nvPr userDrawn="1"/>
        </p:nvCxnSpPr>
        <p:spPr>
          <a:xfrm flipH="1">
            <a:off x="5084663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286CD-90B3-A0CF-5629-D922D9A985FC}"/>
              </a:ext>
            </a:extLst>
          </p:cNvPr>
          <p:cNvCxnSpPr>
            <a:cxnSpLocks/>
          </p:cNvCxnSpPr>
          <p:nvPr userDrawn="1"/>
        </p:nvCxnSpPr>
        <p:spPr>
          <a:xfrm flipH="1">
            <a:off x="7368232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851D8C-9E30-45D2-20D0-AFB66B7F0CE3}"/>
              </a:ext>
            </a:extLst>
          </p:cNvPr>
          <p:cNvCxnSpPr>
            <a:cxnSpLocks/>
          </p:cNvCxnSpPr>
          <p:nvPr userDrawn="1"/>
        </p:nvCxnSpPr>
        <p:spPr>
          <a:xfrm flipH="1">
            <a:off x="9651801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923CF9-EE41-EDD3-4CFD-DF90873E645C}"/>
              </a:ext>
            </a:extLst>
          </p:cNvPr>
          <p:cNvSpPr>
            <a:spLocks noGrp="1"/>
          </p:cNvSpPr>
          <p:nvPr>
            <p:ph type="sldNum" sz="quarter" idx="76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2D232E9-5A2C-8593-FD87-C3F31B413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AAFF0E9-CD2E-571E-DF66-72D96E4A7366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9651801" y="3533262"/>
            <a:ext cx="2006773" cy="2562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5C096AA-C847-38FE-0191-01D8FE589842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7371199" y="3533262"/>
            <a:ext cx="2006773" cy="2562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2ECC4FE-B256-1111-44FA-EA18DABA9A4A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5090597" y="3533262"/>
            <a:ext cx="2006773" cy="2562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D368F44E-B8B6-ECBA-D016-32AC8E3325E2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2809995" y="3533262"/>
            <a:ext cx="2006773" cy="2562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17EB734-E54D-7764-7EC6-B0A80F584DB4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509893" y="3533262"/>
            <a:ext cx="2026273" cy="2562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7E3C20B-80ED-2A0E-9410-C5310D5E5E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1486EF3-D4D1-FE1D-2995-CE0488B98C34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5927810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olumns - BAR (shor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CD3C22-FDCA-9C39-BA13-68C925A01ECF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525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286CD-90B3-A0CF-5629-D922D9A985FC}"/>
              </a:ext>
            </a:extLst>
          </p:cNvPr>
          <p:cNvCxnSpPr>
            <a:cxnSpLocks/>
          </p:cNvCxnSpPr>
          <p:nvPr userDrawn="1"/>
        </p:nvCxnSpPr>
        <p:spPr>
          <a:xfrm flipH="1">
            <a:off x="6249093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851D8C-9E30-45D2-20D0-AFB66B7F0CE3}"/>
              </a:ext>
            </a:extLst>
          </p:cNvPr>
          <p:cNvCxnSpPr>
            <a:cxnSpLocks/>
          </p:cNvCxnSpPr>
          <p:nvPr userDrawn="1"/>
        </p:nvCxnSpPr>
        <p:spPr>
          <a:xfrm flipH="1">
            <a:off x="8134385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923CF9-EE41-EDD3-4CFD-DF90873E645C}"/>
              </a:ext>
            </a:extLst>
          </p:cNvPr>
          <p:cNvSpPr>
            <a:spLocks noGrp="1"/>
          </p:cNvSpPr>
          <p:nvPr>
            <p:ph type="sldNum" sz="quarter" idx="76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2D232E9-5A2C-8593-FD87-C3F31B413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7E3C20B-80ED-2A0E-9410-C5310D5E5E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1486EF3-D4D1-FE1D-2995-CE0488B98C34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9CBDFB-EA71-1642-FC28-122C5A9C7131}"/>
              </a:ext>
            </a:extLst>
          </p:cNvPr>
          <p:cNvCxnSpPr>
            <a:cxnSpLocks/>
          </p:cNvCxnSpPr>
          <p:nvPr userDrawn="1"/>
        </p:nvCxnSpPr>
        <p:spPr>
          <a:xfrm flipH="1">
            <a:off x="10040507" y="3331462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0105E30-F40F-0DD9-B851-987C3F793EBE}"/>
              </a:ext>
            </a:extLst>
          </p:cNvPr>
          <p:cNvCxnSpPr>
            <a:cxnSpLocks/>
          </p:cNvCxnSpPr>
          <p:nvPr userDrawn="1"/>
        </p:nvCxnSpPr>
        <p:spPr>
          <a:xfrm flipH="1">
            <a:off x="2416016" y="3324738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96FC93D-2E1B-F5C5-3697-6256BA7E4C0F}"/>
              </a:ext>
            </a:extLst>
          </p:cNvPr>
          <p:cNvCxnSpPr>
            <a:cxnSpLocks/>
          </p:cNvCxnSpPr>
          <p:nvPr userDrawn="1"/>
        </p:nvCxnSpPr>
        <p:spPr>
          <a:xfrm flipH="1">
            <a:off x="4322139" y="3324738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BC88CF57-A957-012C-CCE2-6113755C4278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134385" y="3526539"/>
            <a:ext cx="1645920" cy="25694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1D991274-D2C6-F607-C1DD-1F6A2F14A89C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6228262" y="3526539"/>
            <a:ext cx="1645920" cy="25694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799975A-A314-B194-4C2A-25479807BFA7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4322139" y="3526539"/>
            <a:ext cx="1645920" cy="25694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5E58F10A-AB4E-F3E6-05B1-AAE5F4D9193E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2416016" y="3526539"/>
            <a:ext cx="1645920" cy="25694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FE7AE752-6823-9C04-5E6D-013BF9C9500E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509893" y="3526539"/>
            <a:ext cx="1645920" cy="25694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7F6B3B8A-914F-56C3-3B5B-D8490123558A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>
          <a:xfrm>
            <a:off x="10040507" y="3526539"/>
            <a:ext cx="1645920" cy="25694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031928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s - BAR (tal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1E316B-10C2-326B-4F0D-3981C7F8DD4A}"/>
              </a:ext>
            </a:extLst>
          </p:cNvPr>
          <p:cNvCxnSpPr>
            <a:cxnSpLocks/>
          </p:cNvCxnSpPr>
          <p:nvPr userDrawn="1"/>
        </p:nvCxnSpPr>
        <p:spPr>
          <a:xfrm flipH="1">
            <a:off x="9653237" y="1805221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575E6A-BED5-6970-5A34-4B5285F4D764}"/>
              </a:ext>
            </a:extLst>
          </p:cNvPr>
          <p:cNvCxnSpPr>
            <a:cxnSpLocks/>
          </p:cNvCxnSpPr>
          <p:nvPr userDrawn="1"/>
        </p:nvCxnSpPr>
        <p:spPr>
          <a:xfrm flipH="1">
            <a:off x="5085381" y="1805221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AD0153-F732-92F1-E94D-5262F232F8F9}"/>
              </a:ext>
            </a:extLst>
          </p:cNvPr>
          <p:cNvCxnSpPr>
            <a:cxnSpLocks/>
          </p:cNvCxnSpPr>
          <p:nvPr userDrawn="1"/>
        </p:nvCxnSpPr>
        <p:spPr>
          <a:xfrm flipH="1">
            <a:off x="2801453" y="1805221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DC41A12-8A31-0FA5-CE8F-431CD02A9304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525" y="1805221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2EE8923-7424-62BF-B144-E8AE5CBCD57B}"/>
              </a:ext>
            </a:extLst>
          </p:cNvPr>
          <p:cNvSpPr>
            <a:spLocks noGrp="1"/>
          </p:cNvSpPr>
          <p:nvPr>
            <p:ph type="sldNum" sz="quarter" idx="76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2D232E9-5A2C-8593-FD87-C3F31B413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31333-CDDD-8F58-C547-28826B6E106B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7372296" y="2002444"/>
            <a:ext cx="2015316" cy="4093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39A49F-EB70-DA64-0918-BA3AE04BDD34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5091356" y="2002444"/>
            <a:ext cx="2015316" cy="4093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0C8C525-95A6-334C-959C-EFBD8C6A478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2810416" y="2002444"/>
            <a:ext cx="2015316" cy="4093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0DF8531-3A19-FA59-560B-2B3A5144ECFB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509893" y="2002444"/>
            <a:ext cx="2034899" cy="4093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6F32F8A9-155C-7659-28C4-883177FB8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FE5DB35-5A06-C1F3-6018-BE3D1F9107E8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9653237" y="2002444"/>
            <a:ext cx="2015316" cy="4093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2D12235-4A36-5E7B-A79A-DA0292CCD357}"/>
              </a:ext>
            </a:extLst>
          </p:cNvPr>
          <p:cNvCxnSpPr>
            <a:cxnSpLocks/>
          </p:cNvCxnSpPr>
          <p:nvPr userDrawn="1"/>
        </p:nvCxnSpPr>
        <p:spPr>
          <a:xfrm flipH="1">
            <a:off x="7369309" y="1805221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C73786A-39C6-70BD-30D1-8F375A440F1E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49856371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columns - BAR (tall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2EE8923-7424-62BF-B144-E8AE5CBCD57B}"/>
              </a:ext>
            </a:extLst>
          </p:cNvPr>
          <p:cNvSpPr>
            <a:spLocks noGrp="1"/>
          </p:cNvSpPr>
          <p:nvPr>
            <p:ph type="sldNum" sz="quarter" idx="76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2D232E9-5A2C-8593-FD87-C3F31B413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id="{6F32F8A9-155C-7659-28C4-883177FB8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C73786A-39C6-70BD-30D1-8F375A440F1E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3A6821F-17D3-77C4-FCF3-B4A11AFABD1A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525" y="1800644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CC29B29-243A-3896-8DB4-A331D832CBAF}"/>
              </a:ext>
            </a:extLst>
          </p:cNvPr>
          <p:cNvCxnSpPr>
            <a:cxnSpLocks/>
          </p:cNvCxnSpPr>
          <p:nvPr userDrawn="1"/>
        </p:nvCxnSpPr>
        <p:spPr>
          <a:xfrm flipH="1">
            <a:off x="2416016" y="1800644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830C805-ADCE-28AF-93F0-2FB26C3E70F4}"/>
              </a:ext>
            </a:extLst>
          </p:cNvPr>
          <p:cNvCxnSpPr>
            <a:cxnSpLocks/>
          </p:cNvCxnSpPr>
          <p:nvPr userDrawn="1"/>
        </p:nvCxnSpPr>
        <p:spPr>
          <a:xfrm flipH="1">
            <a:off x="4322139" y="1800644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9CABDC-278B-69FD-2842-9D4B82A8EFDA}"/>
              </a:ext>
            </a:extLst>
          </p:cNvPr>
          <p:cNvCxnSpPr>
            <a:cxnSpLocks/>
          </p:cNvCxnSpPr>
          <p:nvPr userDrawn="1"/>
        </p:nvCxnSpPr>
        <p:spPr>
          <a:xfrm flipH="1">
            <a:off x="6228262" y="1800644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4AA744E-F500-964A-EA52-66B1E70D3C0D}"/>
              </a:ext>
            </a:extLst>
          </p:cNvPr>
          <p:cNvCxnSpPr>
            <a:cxnSpLocks/>
          </p:cNvCxnSpPr>
          <p:nvPr userDrawn="1"/>
        </p:nvCxnSpPr>
        <p:spPr>
          <a:xfrm flipH="1">
            <a:off x="8134385" y="1800644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98E7550-A6B4-F4E5-DC8C-9AD35E294AEA}"/>
              </a:ext>
            </a:extLst>
          </p:cNvPr>
          <p:cNvCxnSpPr>
            <a:cxnSpLocks/>
          </p:cNvCxnSpPr>
          <p:nvPr userDrawn="1"/>
        </p:nvCxnSpPr>
        <p:spPr>
          <a:xfrm flipH="1">
            <a:off x="10040507" y="1800644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BF5FDA25-D1A4-1685-9F0B-72EFAB666000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134385" y="2002444"/>
            <a:ext cx="1645920" cy="4093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F7261B9A-C985-5109-5FF2-8390EF9EE95B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6228262" y="2002444"/>
            <a:ext cx="1645920" cy="4093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33B061F4-F2E3-C90C-1BE0-BC8DDEC341AA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4322139" y="2002444"/>
            <a:ext cx="1645920" cy="4093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1860E4DC-2625-C510-8F57-866230B610EE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2416016" y="2002444"/>
            <a:ext cx="1645920" cy="4093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F829F768-9058-6E3A-96F9-A44AD0BFBFA3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509893" y="2002444"/>
            <a:ext cx="1645920" cy="4093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4D0EF3DF-AEC1-CE28-B16C-90013478FB1E}"/>
              </a:ext>
            </a:extLst>
          </p:cNvPr>
          <p:cNvSpPr>
            <a:spLocks noGrp="1"/>
          </p:cNvSpPr>
          <p:nvPr>
            <p:ph type="body" sz="quarter" idx="90"/>
          </p:nvPr>
        </p:nvSpPr>
        <p:spPr>
          <a:xfrm>
            <a:off x="10040507" y="2002444"/>
            <a:ext cx="1645920" cy="40935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52373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w/numb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30CE0B-C091-B68D-8F13-8CABCCC43C84}"/>
              </a:ext>
            </a:extLst>
          </p:cNvPr>
          <p:cNvSpPr>
            <a:spLocks noGrp="1"/>
          </p:cNvSpPr>
          <p:nvPr>
            <p:ph type="sldNum" sz="quarter" idx="79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A8AA25F-3482-8350-0893-4F8C234FA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53E1DC45-3468-556B-DA1F-BF33AC4FAA36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9852893" y="3534398"/>
            <a:ext cx="1726299" cy="25616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3264121B-701E-306A-966F-2BD50FD53991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9852893" y="2818374"/>
            <a:ext cx="1813644" cy="510148"/>
          </a:xfrm>
          <a:prstGeom prst="rect">
            <a:avLst/>
          </a:prstGeom>
          <a:solidFill>
            <a:schemeClr val="tx1"/>
          </a:solidFill>
        </p:spPr>
        <p:txBody>
          <a:bodyPr lIns="91440" anchor="ctr"/>
          <a:lstStyle>
            <a:lvl1pPr marL="0" indent="0" algn="l"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3EA21D1-0D26-4B65-A0AA-4A363FC63F85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852893" y="1976830"/>
            <a:ext cx="1813644" cy="72098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600"/>
              </a:spcBef>
              <a:buFont typeface="Modern Era" panose="02000000000000000000" pitchFamily="50" charset="0"/>
              <a:buNone/>
              <a:defRPr sz="4800" b="1" i="0">
                <a:latin typeface="Modern Era Mono ExtraBold" panose="02000000000000000000" pitchFamily="2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3DAB8D2-3A6B-BEB8-1416-D32A4F76DB46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>
          <a:xfrm>
            <a:off x="7987407" y="3534398"/>
            <a:ext cx="1726299" cy="25616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144C2673-C60F-9AE7-DC22-C1B62C9C7FD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987407" y="2818374"/>
            <a:ext cx="1813644" cy="510148"/>
          </a:xfrm>
          <a:prstGeom prst="rect">
            <a:avLst/>
          </a:prstGeom>
          <a:solidFill>
            <a:schemeClr val="tx1"/>
          </a:solidFill>
        </p:spPr>
        <p:txBody>
          <a:bodyPr lIns="91440" anchor="ctr"/>
          <a:lstStyle>
            <a:lvl1pPr marL="0" indent="0" algn="l"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1273D95D-A15B-7BC5-684C-BD9DE20F7CD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987407" y="1976830"/>
            <a:ext cx="1813644" cy="72098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600"/>
              </a:spcBef>
              <a:buFont typeface="Modern Era" panose="02000000000000000000" pitchFamily="50" charset="0"/>
              <a:buNone/>
              <a:defRPr sz="4800" b="1" i="0">
                <a:latin typeface="Modern Era Mono ExtraBold" panose="02000000000000000000" pitchFamily="2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E47A55A-DD97-A8B2-7A5A-54FC0B20D272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6121921" y="3534398"/>
            <a:ext cx="1726299" cy="25616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083B791-1F83-886D-7795-B1F51C32279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6121921" y="2818374"/>
            <a:ext cx="1813644" cy="510148"/>
          </a:xfrm>
          <a:prstGeom prst="rect">
            <a:avLst/>
          </a:prstGeom>
          <a:solidFill>
            <a:schemeClr val="tx1"/>
          </a:solidFill>
        </p:spPr>
        <p:txBody>
          <a:bodyPr lIns="91440" anchor="ctr"/>
          <a:lstStyle>
            <a:lvl1pPr marL="0" indent="0" algn="l"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2BD17B3-C226-7C76-964D-70445A2F0CD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121921" y="1976830"/>
            <a:ext cx="1813644" cy="72098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600"/>
              </a:spcBef>
              <a:buFont typeface="Modern Era" panose="02000000000000000000" pitchFamily="50" charset="0"/>
              <a:buNone/>
              <a:defRPr sz="4800" b="1" i="0">
                <a:latin typeface="Modern Era Mono ExtraBold" panose="02000000000000000000" pitchFamily="2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714B973-C2B8-C8DD-3DF8-F232BC525478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4256435" y="3534398"/>
            <a:ext cx="1726299" cy="25616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614A752C-1A2D-4860-250F-1D32AA2597B8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256435" y="2818374"/>
            <a:ext cx="1813644" cy="510148"/>
          </a:xfrm>
          <a:prstGeom prst="rect">
            <a:avLst/>
          </a:prstGeom>
          <a:solidFill>
            <a:schemeClr val="tx1"/>
          </a:solidFill>
        </p:spPr>
        <p:txBody>
          <a:bodyPr lIns="91440" anchor="ctr"/>
          <a:lstStyle>
            <a:lvl1pPr marL="0" indent="0" algn="l"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A3D1C2D7-B6C6-3E79-BE8A-6493190BC3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256435" y="1976830"/>
            <a:ext cx="1813644" cy="72098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600"/>
              </a:spcBef>
              <a:buFont typeface="Modern Era" panose="02000000000000000000" pitchFamily="50" charset="0"/>
              <a:buNone/>
              <a:defRPr sz="4800" b="1" i="0">
                <a:latin typeface="Modern Era Mono ExtraBold" panose="02000000000000000000" pitchFamily="2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9BA819E-00B5-D47E-17B7-CBA011E84311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2390949" y="3534398"/>
            <a:ext cx="1726299" cy="25616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F7845997-8A0B-D024-8DB8-16880C758DC2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390949" y="2818374"/>
            <a:ext cx="1813644" cy="510148"/>
          </a:xfrm>
          <a:prstGeom prst="rect">
            <a:avLst/>
          </a:prstGeom>
          <a:solidFill>
            <a:schemeClr val="tx1"/>
          </a:solidFill>
        </p:spPr>
        <p:txBody>
          <a:bodyPr lIns="91440" anchor="ctr"/>
          <a:lstStyle>
            <a:lvl1pPr marL="0" indent="0" algn="l"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B874BBA5-8BA1-BF3F-62BC-EB1A2259A16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390949" y="1976830"/>
            <a:ext cx="1813644" cy="72098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600"/>
              </a:spcBef>
              <a:buFont typeface="Modern Era" panose="02000000000000000000" pitchFamily="50" charset="0"/>
              <a:buNone/>
              <a:defRPr sz="4800" b="1" i="0">
                <a:latin typeface="Modern Era Mono ExtraBold" panose="02000000000000000000" pitchFamily="2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3E319-A4ED-E683-0816-29DFBF9501E6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525463" y="3534398"/>
            <a:ext cx="1726299" cy="25616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8439A1B1-2748-B313-6C04-CD3A56EDFAD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25463" y="2818374"/>
            <a:ext cx="1813644" cy="510148"/>
          </a:xfrm>
          <a:prstGeom prst="rect">
            <a:avLst/>
          </a:prstGeom>
          <a:solidFill>
            <a:schemeClr val="tx1"/>
          </a:solidFill>
        </p:spPr>
        <p:txBody>
          <a:bodyPr lIns="91440" anchor="ctr"/>
          <a:lstStyle>
            <a:lvl1pPr marL="0" indent="0" algn="l"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Label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3C71B128-F3A4-0E41-AD04-30E2C9578B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5463" y="1976830"/>
            <a:ext cx="1813644" cy="72098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600"/>
              </a:spcBef>
              <a:buFont typeface="Modern Era" panose="02000000000000000000" pitchFamily="50" charset="0"/>
              <a:buNone/>
              <a:defRPr sz="4800" b="1" i="0">
                <a:latin typeface="Modern Era Mono ExtraBold" panose="02000000000000000000" pitchFamily="2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70FEA3D-6A6C-4442-49F9-B474DEB44B6C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482F7B21-525F-75C6-5964-E6B130D5C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</p:spTree>
    <p:extLst>
      <p:ext uri="{BB962C8B-B14F-4D97-AF65-F5344CB8AC3E}">
        <p14:creationId xmlns:p14="http://schemas.microsoft.com/office/powerpoint/2010/main" val="64555084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01 w/icons and arrow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ight Arrow 21">
            <a:extLst>
              <a:ext uri="{FF2B5EF4-FFF2-40B4-BE49-F238E27FC236}">
                <a16:creationId xmlns:a16="http://schemas.microsoft.com/office/drawing/2014/main" id="{B0C5ED82-B8E4-7F57-7F1B-F717C4E25FC7}"/>
              </a:ext>
            </a:extLst>
          </p:cNvPr>
          <p:cNvSpPr/>
          <p:nvPr userDrawn="1"/>
        </p:nvSpPr>
        <p:spPr>
          <a:xfrm>
            <a:off x="6864634" y="3354978"/>
            <a:ext cx="1776239" cy="178904"/>
          </a:xfrm>
          <a:prstGeom prst="rightArrow">
            <a:avLst>
              <a:gd name="adj1" fmla="val 27193"/>
              <a:gd name="adj2" fmla="val 11491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04A1C9EF-48B4-1B7C-FBCF-55CF6778FA77}"/>
              </a:ext>
            </a:extLst>
          </p:cNvPr>
          <p:cNvSpPr/>
          <p:nvPr userDrawn="1"/>
        </p:nvSpPr>
        <p:spPr>
          <a:xfrm>
            <a:off x="4043536" y="3354978"/>
            <a:ext cx="1776239" cy="178904"/>
          </a:xfrm>
          <a:prstGeom prst="rightArrow">
            <a:avLst>
              <a:gd name="adj1" fmla="val 27193"/>
              <a:gd name="adj2" fmla="val 11491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E552A344-A173-A498-6196-8A895BFB68B2}"/>
              </a:ext>
            </a:extLst>
          </p:cNvPr>
          <p:cNvSpPr/>
          <p:nvPr userDrawn="1"/>
        </p:nvSpPr>
        <p:spPr>
          <a:xfrm>
            <a:off x="1270564" y="3354978"/>
            <a:ext cx="1776239" cy="178904"/>
          </a:xfrm>
          <a:prstGeom prst="rightArrow">
            <a:avLst>
              <a:gd name="adj1" fmla="val 27193"/>
              <a:gd name="adj2" fmla="val 11491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088EB2B-0257-EF08-5F11-BE3BF5113132}"/>
              </a:ext>
            </a:extLst>
          </p:cNvPr>
          <p:cNvSpPr>
            <a:spLocks noGrp="1"/>
          </p:cNvSpPr>
          <p:nvPr>
            <p:ph type="body" idx="78" hasCustomPrompt="1"/>
          </p:nvPr>
        </p:nvSpPr>
        <p:spPr>
          <a:xfrm>
            <a:off x="8894111" y="3158759"/>
            <a:ext cx="629730" cy="5101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4000" b="0" i="0">
                <a:latin typeface="Modern Era Mono ExtraBold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B4CBC-0AF4-34C7-E9F6-F6A80B6EF5E5}"/>
              </a:ext>
            </a:extLst>
          </p:cNvPr>
          <p:cNvSpPr>
            <a:spLocks noGrp="1"/>
          </p:cNvSpPr>
          <p:nvPr>
            <p:ph type="body" idx="77" hasCustomPrompt="1"/>
          </p:nvPr>
        </p:nvSpPr>
        <p:spPr>
          <a:xfrm>
            <a:off x="6099943" y="3158759"/>
            <a:ext cx="629730" cy="5101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4000" b="0" i="0">
                <a:latin typeface="Modern Era Mono ExtraBold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D776D42-19A0-0268-A1C8-76DB8B6759B0}"/>
              </a:ext>
            </a:extLst>
          </p:cNvPr>
          <p:cNvSpPr>
            <a:spLocks noGrp="1"/>
          </p:cNvSpPr>
          <p:nvPr>
            <p:ph type="body" idx="68" hasCustomPrompt="1"/>
          </p:nvPr>
        </p:nvSpPr>
        <p:spPr>
          <a:xfrm>
            <a:off x="3305776" y="3158759"/>
            <a:ext cx="629730" cy="5101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4000" b="0" i="0">
                <a:latin typeface="Modern Era Mono ExtraBold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037D754-B224-D96E-2BF4-DBA771D12883}"/>
              </a:ext>
            </a:extLst>
          </p:cNvPr>
          <p:cNvSpPr>
            <a:spLocks noGrp="1"/>
          </p:cNvSpPr>
          <p:nvPr>
            <p:ph type="body" idx="67" hasCustomPrompt="1"/>
          </p:nvPr>
        </p:nvSpPr>
        <p:spPr>
          <a:xfrm>
            <a:off x="511609" y="3158759"/>
            <a:ext cx="629730" cy="5101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4000" b="0" i="0">
                <a:latin typeface="Modern Era Mono ExtraBold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92858E9-63E1-9FEA-7D7F-D5785A5A00B5}"/>
              </a:ext>
            </a:extLst>
          </p:cNvPr>
          <p:cNvSpPr>
            <a:spLocks noGrp="1"/>
          </p:cNvSpPr>
          <p:nvPr>
            <p:ph type="sldNum" sz="quarter" idx="74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A8AA25F-3482-8350-0893-4F8C234FA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8FBD9C6F-D8CF-5E78-2A2A-10F645F14BCA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8894112" y="4292330"/>
            <a:ext cx="2498262" cy="1803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44718C2F-CAB6-42B7-7D29-761F2A97BE2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891026" y="3782182"/>
            <a:ext cx="2510400" cy="510148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9A1EA91-439B-2693-A9DE-144600375BD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6112339" y="4292330"/>
            <a:ext cx="2498262" cy="1803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44EF715-45A6-45B3-11CA-8208FFFEDC8F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100201" y="3782182"/>
            <a:ext cx="2510400" cy="510148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FEFE9B5-FC5B-8124-EAA5-6EBF245ACDE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3309376" y="4292330"/>
            <a:ext cx="2498262" cy="1803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CB81A0F-0342-6CCE-DA82-390349DEF4EC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309376" y="3782182"/>
            <a:ext cx="2510400" cy="510148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8CAA47E-918C-AFC1-895A-94AC1F1CA6D8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525464" y="4292330"/>
            <a:ext cx="2522538" cy="1803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8323BA42-D2F8-20EA-F34C-4CC4E6F964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7601" y="3782182"/>
            <a:ext cx="2510400" cy="510148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 b="0" i="0"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Column sub-headline goes here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745569B-2492-F5B2-2FC5-4552AC182CA8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DAE1DC80-71B2-21DD-4FC5-CAAB482C82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518160"/>
            <a:ext cx="7326240" cy="84874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Try to keep headlines brief and punchy</a:t>
            </a:r>
          </a:p>
        </p:txBody>
      </p:sp>
    </p:spTree>
    <p:extLst>
      <p:ext uri="{BB962C8B-B14F-4D97-AF65-F5344CB8AC3E}">
        <p14:creationId xmlns:p14="http://schemas.microsoft.com/office/powerpoint/2010/main" val="236691851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Tier 2 (subsectio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8014928-C7D1-FDE6-F9D1-7F52CEB2CF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1022" y="2042809"/>
            <a:ext cx="8371721" cy="1082332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Label goes here for the section this sub-section is a part of- text is bottom align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511585-D6CE-7344-8CF3-6895C91DBC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022" y="3429000"/>
            <a:ext cx="8371721" cy="2531845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6000" b="0" i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Sub-section breaker slide</a:t>
            </a:r>
            <a:br>
              <a:rPr lang="en-US">
                <a:effectLst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2982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Tier 2 (subsectio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525BC9A-B85D-6627-5945-459A7BAF9E1F}"/>
              </a:ext>
            </a:extLst>
          </p:cNvPr>
          <p:cNvGrpSpPr/>
          <p:nvPr userDrawn="1"/>
        </p:nvGrpSpPr>
        <p:grpSpPr>
          <a:xfrm>
            <a:off x="5997418" y="3298615"/>
            <a:ext cx="6194582" cy="3558559"/>
            <a:chOff x="5997418" y="3298615"/>
            <a:chExt cx="6194582" cy="3558559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8D72C8AA-5162-E0EC-18A8-0EC544C7B55C}"/>
                </a:ext>
              </a:extLst>
            </p:cNvPr>
            <p:cNvSpPr>
              <a:spLocks noChangeAspect="1"/>
            </p:cNvSpPr>
            <p:nvPr userDrawn="1"/>
          </p:nvSpPr>
          <p:spPr>
            <a:xfrm rot="16200000">
              <a:off x="7319309" y="5535119"/>
              <a:ext cx="1322221" cy="1321890"/>
            </a:xfrm>
            <a:custGeom>
              <a:avLst/>
              <a:gdLst>
                <a:gd name="connsiteX0" fmla="*/ 0 w 6858000"/>
                <a:gd name="connsiteY0" fmla="*/ 0 h 6896100"/>
                <a:gd name="connsiteX1" fmla="*/ 6858000 w 6858000"/>
                <a:gd name="connsiteY1" fmla="*/ 6858000 h 6896100"/>
                <a:gd name="connsiteX2" fmla="*/ 6857037 w 6858000"/>
                <a:gd name="connsiteY2" fmla="*/ 6896100 h 6896100"/>
                <a:gd name="connsiteX3" fmla="*/ 3428037 w 6858000"/>
                <a:gd name="connsiteY3" fmla="*/ 6896100 h 6896100"/>
                <a:gd name="connsiteX4" fmla="*/ 3429000 w 6858000"/>
                <a:gd name="connsiteY4" fmla="*/ 6858000 h 6896100"/>
                <a:gd name="connsiteX5" fmla="*/ 0 w 6858000"/>
                <a:gd name="connsiteY5" fmla="*/ 3429000 h 6896100"/>
                <a:gd name="connsiteX6" fmla="*/ 0 w 6858000"/>
                <a:gd name="connsiteY6" fmla="*/ 0 h 689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6896100">
                  <a:moveTo>
                    <a:pt x="0" y="0"/>
                  </a:moveTo>
                  <a:cubicBezTo>
                    <a:pt x="3787569" y="0"/>
                    <a:pt x="6858000" y="3070431"/>
                    <a:pt x="6858000" y="6858000"/>
                  </a:cubicBezTo>
                  <a:lnTo>
                    <a:pt x="6857037" y="6896100"/>
                  </a:lnTo>
                  <a:lnTo>
                    <a:pt x="3428037" y="6896100"/>
                  </a:lnTo>
                  <a:lnTo>
                    <a:pt x="3429000" y="6858000"/>
                  </a:lnTo>
                  <a:cubicBezTo>
                    <a:pt x="3429000" y="4964216"/>
                    <a:pt x="1893784" y="3429000"/>
                    <a:pt x="0" y="34290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dern Era" panose="02000000000000000000" pitchFamily="2" charset="0"/>
                <a:ea typeface="+mn-ea"/>
                <a:cs typeface="+mn-cs"/>
              </a:endParaRPr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AB28EE29-0AB6-BF74-4A03-6165C2A27742}"/>
                </a:ext>
              </a:extLst>
            </p:cNvPr>
            <p:cNvSpPr>
              <a:spLocks noChangeAspect="1"/>
            </p:cNvSpPr>
            <p:nvPr userDrawn="1"/>
          </p:nvSpPr>
          <p:spPr>
            <a:xfrm rot="10800000">
              <a:off x="7319311" y="4210669"/>
              <a:ext cx="1322221" cy="1321890"/>
            </a:xfrm>
            <a:custGeom>
              <a:avLst/>
              <a:gdLst>
                <a:gd name="connsiteX0" fmla="*/ 0 w 6858000"/>
                <a:gd name="connsiteY0" fmla="*/ 0 h 6896100"/>
                <a:gd name="connsiteX1" fmla="*/ 6858000 w 6858000"/>
                <a:gd name="connsiteY1" fmla="*/ 6858000 h 6896100"/>
                <a:gd name="connsiteX2" fmla="*/ 6857037 w 6858000"/>
                <a:gd name="connsiteY2" fmla="*/ 6896100 h 6896100"/>
                <a:gd name="connsiteX3" fmla="*/ 3428037 w 6858000"/>
                <a:gd name="connsiteY3" fmla="*/ 6896100 h 6896100"/>
                <a:gd name="connsiteX4" fmla="*/ 3429000 w 6858000"/>
                <a:gd name="connsiteY4" fmla="*/ 6858000 h 6896100"/>
                <a:gd name="connsiteX5" fmla="*/ 0 w 6858000"/>
                <a:gd name="connsiteY5" fmla="*/ 3429000 h 6896100"/>
                <a:gd name="connsiteX6" fmla="*/ 0 w 6858000"/>
                <a:gd name="connsiteY6" fmla="*/ 0 h 689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6896100">
                  <a:moveTo>
                    <a:pt x="0" y="0"/>
                  </a:moveTo>
                  <a:cubicBezTo>
                    <a:pt x="3787569" y="0"/>
                    <a:pt x="6858000" y="3070431"/>
                    <a:pt x="6858000" y="6858000"/>
                  </a:cubicBezTo>
                  <a:lnTo>
                    <a:pt x="6857037" y="6896100"/>
                  </a:lnTo>
                  <a:lnTo>
                    <a:pt x="3428037" y="6896100"/>
                  </a:lnTo>
                  <a:lnTo>
                    <a:pt x="3429000" y="6858000"/>
                  </a:lnTo>
                  <a:cubicBezTo>
                    <a:pt x="3429000" y="4964216"/>
                    <a:pt x="1893784" y="3429000"/>
                    <a:pt x="0" y="34290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dern Era" panose="02000000000000000000" pitchFamily="2" charset="0"/>
                <a:ea typeface="+mn-ea"/>
                <a:cs typeface="+mn-cs"/>
              </a:endParaRP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F554305-68E7-07F6-4FE7-656FE632A7FA}"/>
                </a:ext>
              </a:extLst>
            </p:cNvPr>
            <p:cNvSpPr>
              <a:spLocks noChangeAspect="1"/>
            </p:cNvSpPr>
            <p:nvPr userDrawn="1"/>
          </p:nvSpPr>
          <p:spPr>
            <a:xfrm rot="16200000">
              <a:off x="5997252" y="5535119"/>
              <a:ext cx="1322221" cy="1321890"/>
            </a:xfrm>
            <a:custGeom>
              <a:avLst/>
              <a:gdLst>
                <a:gd name="connsiteX0" fmla="*/ 0 w 6858000"/>
                <a:gd name="connsiteY0" fmla="*/ 0 h 6896100"/>
                <a:gd name="connsiteX1" fmla="*/ 6858000 w 6858000"/>
                <a:gd name="connsiteY1" fmla="*/ 6858000 h 6896100"/>
                <a:gd name="connsiteX2" fmla="*/ 6857037 w 6858000"/>
                <a:gd name="connsiteY2" fmla="*/ 6896100 h 6896100"/>
                <a:gd name="connsiteX3" fmla="*/ 3428037 w 6858000"/>
                <a:gd name="connsiteY3" fmla="*/ 6896100 h 6896100"/>
                <a:gd name="connsiteX4" fmla="*/ 3429000 w 6858000"/>
                <a:gd name="connsiteY4" fmla="*/ 6858000 h 6896100"/>
                <a:gd name="connsiteX5" fmla="*/ 0 w 6858000"/>
                <a:gd name="connsiteY5" fmla="*/ 3429000 h 6896100"/>
                <a:gd name="connsiteX6" fmla="*/ 0 w 6858000"/>
                <a:gd name="connsiteY6" fmla="*/ 0 h 689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6896100">
                  <a:moveTo>
                    <a:pt x="0" y="0"/>
                  </a:moveTo>
                  <a:cubicBezTo>
                    <a:pt x="3787569" y="0"/>
                    <a:pt x="6858000" y="3070431"/>
                    <a:pt x="6858000" y="6858000"/>
                  </a:cubicBezTo>
                  <a:lnTo>
                    <a:pt x="6857037" y="6896100"/>
                  </a:lnTo>
                  <a:lnTo>
                    <a:pt x="3428037" y="6896100"/>
                  </a:lnTo>
                  <a:lnTo>
                    <a:pt x="3429000" y="6858000"/>
                  </a:lnTo>
                  <a:cubicBezTo>
                    <a:pt x="3429000" y="4964216"/>
                    <a:pt x="1893784" y="3429000"/>
                    <a:pt x="0" y="34290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dern Era" panose="02000000000000000000" pitchFamily="2" charset="0"/>
                <a:ea typeface="+mn-ea"/>
                <a:cs typeface="+mn-cs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22C917B2-64A5-3F29-218A-0D4BC7C52A8C}"/>
                </a:ext>
              </a:extLst>
            </p:cNvPr>
            <p:cNvSpPr>
              <a:spLocks noChangeAspect="1"/>
            </p:cNvSpPr>
            <p:nvPr userDrawn="1"/>
          </p:nvSpPr>
          <p:spPr>
            <a:xfrm rot="16200000">
              <a:off x="8633886" y="3299061"/>
              <a:ext cx="3558559" cy="3557668"/>
            </a:xfrm>
            <a:custGeom>
              <a:avLst/>
              <a:gdLst>
                <a:gd name="connsiteX0" fmla="*/ 0 w 6858000"/>
                <a:gd name="connsiteY0" fmla="*/ 0 h 6896100"/>
                <a:gd name="connsiteX1" fmla="*/ 6858000 w 6858000"/>
                <a:gd name="connsiteY1" fmla="*/ 6858000 h 6896100"/>
                <a:gd name="connsiteX2" fmla="*/ 6857037 w 6858000"/>
                <a:gd name="connsiteY2" fmla="*/ 6896100 h 6896100"/>
                <a:gd name="connsiteX3" fmla="*/ 3428037 w 6858000"/>
                <a:gd name="connsiteY3" fmla="*/ 6896100 h 6896100"/>
                <a:gd name="connsiteX4" fmla="*/ 3429000 w 6858000"/>
                <a:gd name="connsiteY4" fmla="*/ 6858000 h 6896100"/>
                <a:gd name="connsiteX5" fmla="*/ 0 w 6858000"/>
                <a:gd name="connsiteY5" fmla="*/ 3429000 h 6896100"/>
                <a:gd name="connsiteX6" fmla="*/ 0 w 6858000"/>
                <a:gd name="connsiteY6" fmla="*/ 0 h 689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6896100">
                  <a:moveTo>
                    <a:pt x="0" y="0"/>
                  </a:moveTo>
                  <a:cubicBezTo>
                    <a:pt x="3787569" y="0"/>
                    <a:pt x="6858000" y="3070431"/>
                    <a:pt x="6858000" y="6858000"/>
                  </a:cubicBezTo>
                  <a:lnTo>
                    <a:pt x="6857037" y="6896100"/>
                  </a:lnTo>
                  <a:lnTo>
                    <a:pt x="3428037" y="6896100"/>
                  </a:lnTo>
                  <a:lnTo>
                    <a:pt x="3429000" y="6858000"/>
                  </a:lnTo>
                  <a:cubicBezTo>
                    <a:pt x="3429000" y="4964216"/>
                    <a:pt x="1893784" y="3429000"/>
                    <a:pt x="0" y="34290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dern Era" panose="020000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8014928-C7D1-FDE6-F9D1-7F52CEB2CF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1022" y="509006"/>
            <a:ext cx="5584977" cy="13282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Label for the section this sub-section is a part of goes here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511585-D6CE-7344-8CF3-6895C91DBC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024" y="2293742"/>
            <a:ext cx="6088080" cy="280130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6000" b="0" i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Sub-section breaker slide</a:t>
            </a:r>
            <a:br>
              <a:rPr lang="en-US">
                <a:effectLst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3590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Tier 2 (subsectio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6AA3541B-B77D-3CEF-3A52-D6FB795D36B2}"/>
              </a:ext>
            </a:extLst>
          </p:cNvPr>
          <p:cNvGrpSpPr/>
          <p:nvPr userDrawn="1"/>
        </p:nvGrpSpPr>
        <p:grpSpPr>
          <a:xfrm>
            <a:off x="3569128" y="2798962"/>
            <a:ext cx="8622874" cy="4059323"/>
            <a:chOff x="3569128" y="2798962"/>
            <a:chExt cx="8622874" cy="4059323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AA4CE93A-D893-5B9A-198D-D95352A69D8D}"/>
                </a:ext>
              </a:extLst>
            </p:cNvPr>
            <p:cNvSpPr>
              <a:spLocks noChangeAspect="1"/>
            </p:cNvSpPr>
            <p:nvPr userDrawn="1"/>
          </p:nvSpPr>
          <p:spPr>
            <a:xfrm rot="16200000">
              <a:off x="3568842" y="4580558"/>
              <a:ext cx="2278013" cy="2277442"/>
            </a:xfrm>
            <a:custGeom>
              <a:avLst/>
              <a:gdLst>
                <a:gd name="connsiteX0" fmla="*/ 0 w 6858000"/>
                <a:gd name="connsiteY0" fmla="*/ 0 h 6896100"/>
                <a:gd name="connsiteX1" fmla="*/ 6858000 w 6858000"/>
                <a:gd name="connsiteY1" fmla="*/ 6858000 h 6896100"/>
                <a:gd name="connsiteX2" fmla="*/ 6857037 w 6858000"/>
                <a:gd name="connsiteY2" fmla="*/ 6896100 h 6896100"/>
                <a:gd name="connsiteX3" fmla="*/ 3428037 w 6858000"/>
                <a:gd name="connsiteY3" fmla="*/ 6896100 h 6896100"/>
                <a:gd name="connsiteX4" fmla="*/ 3429000 w 6858000"/>
                <a:gd name="connsiteY4" fmla="*/ 6858000 h 6896100"/>
                <a:gd name="connsiteX5" fmla="*/ 0 w 6858000"/>
                <a:gd name="connsiteY5" fmla="*/ 3429000 h 6896100"/>
                <a:gd name="connsiteX6" fmla="*/ 0 w 6858000"/>
                <a:gd name="connsiteY6" fmla="*/ 0 h 689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6896100">
                  <a:moveTo>
                    <a:pt x="0" y="0"/>
                  </a:moveTo>
                  <a:cubicBezTo>
                    <a:pt x="3787569" y="0"/>
                    <a:pt x="6858000" y="3070431"/>
                    <a:pt x="6858000" y="6858000"/>
                  </a:cubicBezTo>
                  <a:lnTo>
                    <a:pt x="6857037" y="6896100"/>
                  </a:lnTo>
                  <a:lnTo>
                    <a:pt x="3428037" y="6896100"/>
                  </a:lnTo>
                  <a:lnTo>
                    <a:pt x="3429000" y="6858000"/>
                  </a:lnTo>
                  <a:cubicBezTo>
                    <a:pt x="3429000" y="4964216"/>
                    <a:pt x="1893784" y="3429000"/>
                    <a:pt x="0" y="34290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dern Era" panose="02000000000000000000" pitchFamily="2" charset="0"/>
                <a:ea typeface="+mn-ea"/>
                <a:cs typeface="+mn-cs"/>
              </a:endParaRP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143D2EFA-80EE-07EA-7603-BF9677DCC616}"/>
                </a:ext>
              </a:extLst>
            </p:cNvPr>
            <p:cNvSpPr>
              <a:spLocks noChangeAspect="1"/>
            </p:cNvSpPr>
            <p:nvPr userDrawn="1"/>
          </p:nvSpPr>
          <p:spPr>
            <a:xfrm rot="16200000">
              <a:off x="8133472" y="2799470"/>
              <a:ext cx="4059038" cy="4058022"/>
            </a:xfrm>
            <a:custGeom>
              <a:avLst/>
              <a:gdLst>
                <a:gd name="connsiteX0" fmla="*/ 0 w 6858000"/>
                <a:gd name="connsiteY0" fmla="*/ 0 h 6896100"/>
                <a:gd name="connsiteX1" fmla="*/ 6858000 w 6858000"/>
                <a:gd name="connsiteY1" fmla="*/ 6858000 h 6896100"/>
                <a:gd name="connsiteX2" fmla="*/ 6857037 w 6858000"/>
                <a:gd name="connsiteY2" fmla="*/ 6896100 h 6896100"/>
                <a:gd name="connsiteX3" fmla="*/ 3428037 w 6858000"/>
                <a:gd name="connsiteY3" fmla="*/ 6896100 h 6896100"/>
                <a:gd name="connsiteX4" fmla="*/ 3429000 w 6858000"/>
                <a:gd name="connsiteY4" fmla="*/ 6858000 h 6896100"/>
                <a:gd name="connsiteX5" fmla="*/ 0 w 6858000"/>
                <a:gd name="connsiteY5" fmla="*/ 3429000 h 6896100"/>
                <a:gd name="connsiteX6" fmla="*/ 0 w 6858000"/>
                <a:gd name="connsiteY6" fmla="*/ 0 h 6896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58000" h="6896100">
                  <a:moveTo>
                    <a:pt x="0" y="0"/>
                  </a:moveTo>
                  <a:cubicBezTo>
                    <a:pt x="3787569" y="0"/>
                    <a:pt x="6858000" y="3070431"/>
                    <a:pt x="6858000" y="6858000"/>
                  </a:cubicBezTo>
                  <a:lnTo>
                    <a:pt x="6857037" y="6896100"/>
                  </a:lnTo>
                  <a:lnTo>
                    <a:pt x="3428037" y="6896100"/>
                  </a:lnTo>
                  <a:lnTo>
                    <a:pt x="3429000" y="6858000"/>
                  </a:lnTo>
                  <a:cubicBezTo>
                    <a:pt x="3429000" y="4964216"/>
                    <a:pt x="1893784" y="3429000"/>
                    <a:pt x="0" y="342900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dern Era" panose="020000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2CA7DB12-A710-FCCB-2229-87D67451267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42917" y="512064"/>
            <a:ext cx="5830407" cy="5587794"/>
          </a:xfrm>
          <a:custGeom>
            <a:avLst/>
            <a:gdLst>
              <a:gd name="connsiteX0" fmla="*/ 0 w 5830407"/>
              <a:gd name="connsiteY0" fmla="*/ 5200924 h 5587794"/>
              <a:gd name="connsiteX1" fmla="*/ 805400 w 5830407"/>
              <a:gd name="connsiteY1" fmla="*/ 5532605 h 5587794"/>
              <a:gd name="connsiteX2" fmla="*/ 855850 w 5830407"/>
              <a:gd name="connsiteY2" fmla="*/ 5587794 h 5587794"/>
              <a:gd name="connsiteX3" fmla="*/ 0 w 5830407"/>
              <a:gd name="connsiteY3" fmla="*/ 5587794 h 5587794"/>
              <a:gd name="connsiteX4" fmla="*/ 5830407 w 5830407"/>
              <a:gd name="connsiteY4" fmla="*/ 4380822 h 5587794"/>
              <a:gd name="connsiteX5" fmla="*/ 5830407 w 5830407"/>
              <a:gd name="connsiteY5" fmla="*/ 5587794 h 5587794"/>
              <a:gd name="connsiteX6" fmla="*/ 4455847 w 5830407"/>
              <a:gd name="connsiteY6" fmla="*/ 5587794 h 5587794"/>
              <a:gd name="connsiteX7" fmla="*/ 4467433 w 5830407"/>
              <a:gd name="connsiteY7" fmla="*/ 5555956 h 5587794"/>
              <a:gd name="connsiteX8" fmla="*/ 5726633 w 5830407"/>
              <a:gd name="connsiteY8" fmla="*/ 4407660 h 5587794"/>
              <a:gd name="connsiteX9" fmla="*/ 0 w 5830407"/>
              <a:gd name="connsiteY9" fmla="*/ 0 h 5587794"/>
              <a:gd name="connsiteX10" fmla="*/ 5830407 w 5830407"/>
              <a:gd name="connsiteY10" fmla="*/ 0 h 5587794"/>
              <a:gd name="connsiteX11" fmla="*/ 5830407 w 5830407"/>
              <a:gd name="connsiteY11" fmla="*/ 2318545 h 5587794"/>
              <a:gd name="connsiteX12" fmla="*/ 5712082 w 5830407"/>
              <a:gd name="connsiteY12" fmla="*/ 2333667 h 5587794"/>
              <a:gd name="connsiteX13" fmla="*/ 2373052 w 5830407"/>
              <a:gd name="connsiteY13" fmla="*/ 5527898 h 5587794"/>
              <a:gd name="connsiteX14" fmla="*/ 2362418 w 5830407"/>
              <a:gd name="connsiteY14" fmla="*/ 5587794 h 5587794"/>
              <a:gd name="connsiteX15" fmla="*/ 2149071 w 5830407"/>
              <a:gd name="connsiteY15" fmla="*/ 5587794 h 5587794"/>
              <a:gd name="connsiteX16" fmla="*/ 2098996 w 5830407"/>
              <a:gd name="connsiteY16" fmla="*/ 5451768 h 5587794"/>
              <a:gd name="connsiteX17" fmla="*/ 0 w 5830407"/>
              <a:gd name="connsiteY17" fmla="*/ 4068494 h 558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830407" h="5587794">
                <a:moveTo>
                  <a:pt x="0" y="5200924"/>
                </a:moveTo>
                <a:cubicBezTo>
                  <a:pt x="314528" y="5200924"/>
                  <a:pt x="599280" y="5327676"/>
                  <a:pt x="805400" y="5532605"/>
                </a:cubicBezTo>
                <a:lnTo>
                  <a:pt x="855850" y="5587794"/>
                </a:lnTo>
                <a:lnTo>
                  <a:pt x="0" y="5587794"/>
                </a:lnTo>
                <a:close/>
                <a:moveTo>
                  <a:pt x="5830407" y="4380822"/>
                </a:moveTo>
                <a:lnTo>
                  <a:pt x="5830407" y="5587794"/>
                </a:lnTo>
                <a:lnTo>
                  <a:pt x="4455847" y="5587794"/>
                </a:lnTo>
                <a:lnTo>
                  <a:pt x="4467433" y="5555956"/>
                </a:lnTo>
                <a:cubicBezTo>
                  <a:pt x="4697172" y="5009637"/>
                  <a:pt x="5157983" y="4585556"/>
                  <a:pt x="5726633" y="4407660"/>
                </a:cubicBezTo>
                <a:close/>
                <a:moveTo>
                  <a:pt x="0" y="0"/>
                </a:moveTo>
                <a:lnTo>
                  <a:pt x="5830407" y="0"/>
                </a:lnTo>
                <a:lnTo>
                  <a:pt x="5830407" y="2318545"/>
                </a:lnTo>
                <a:lnTo>
                  <a:pt x="5712082" y="2333667"/>
                </a:lnTo>
                <a:cubicBezTo>
                  <a:pt x="4042156" y="2590309"/>
                  <a:pt x="2709039" y="3876438"/>
                  <a:pt x="2373052" y="5527898"/>
                </a:cubicBezTo>
                <a:lnTo>
                  <a:pt x="2362418" y="5587794"/>
                </a:lnTo>
                <a:lnTo>
                  <a:pt x="2149071" y="5587794"/>
                </a:lnTo>
                <a:lnTo>
                  <a:pt x="2098996" y="5451768"/>
                </a:lnTo>
                <a:cubicBezTo>
                  <a:pt x="1753175" y="4638876"/>
                  <a:pt x="943584" y="4068494"/>
                  <a:pt x="0" y="406849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4F063CD-1A87-5875-D519-1CE1D04183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1023" y="509006"/>
            <a:ext cx="4813217" cy="106942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Label for the section this sub-section is a part of goes here</a:t>
            </a:r>
          </a:p>
        </p:txBody>
      </p:sp>
      <p:sp>
        <p:nvSpPr>
          <p:cNvPr id="13" name="Title 10">
            <a:extLst>
              <a:ext uri="{FF2B5EF4-FFF2-40B4-BE49-F238E27FC236}">
                <a16:creationId xmlns:a16="http://schemas.microsoft.com/office/drawing/2014/main" id="{44F17A9D-73A5-658F-D5DB-0525B648E9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024" y="1803886"/>
            <a:ext cx="4806306" cy="2539514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4800" b="0" i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Sub-section breaker slide</a:t>
            </a:r>
            <a:br>
              <a:rPr lang="en-US">
                <a:effectLst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88978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Statement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DF584B-AD43-294B-A5FE-729FCB1085C2}"/>
              </a:ext>
            </a:extLst>
          </p:cNvPr>
          <p:cNvSpPr txBox="1"/>
          <p:nvPr userDrawn="1"/>
        </p:nvSpPr>
        <p:spPr>
          <a:xfrm>
            <a:off x="-2755663" y="762000"/>
            <a:ext cx="2532888" cy="11974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>
                <a:latin typeface="+mn-lt"/>
              </a:rPr>
              <a:t>If you have words that you want to emphasize, use Modern Era Black.</a:t>
            </a:r>
            <a:br>
              <a:rPr lang="en-US" sz="1200">
                <a:latin typeface="+mn-lt"/>
              </a:rPr>
            </a:br>
            <a:endParaRPr lang="en-US" sz="100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AE30D-6F40-1CEA-3321-F5BAF328D8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AB683-3312-1D74-2601-19E048D0F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8192C219-394F-3A11-F3CE-E68BE4BF1A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2028498"/>
            <a:ext cx="7071360" cy="2801005"/>
          </a:xfrm>
        </p:spPr>
        <p:txBody>
          <a:bodyPr anchor="ctr"/>
          <a:lstStyle>
            <a:lvl1pPr algn="ctr">
              <a:lnSpc>
                <a:spcPct val="100000"/>
              </a:lnSpc>
              <a:defRPr sz="28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>
                <a:effectLst/>
              </a:rPr>
              <a:t>Use this template for a thoughtful statement in a presentation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64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Statement 0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DF584B-AD43-294B-A5FE-729FCB1085C2}"/>
              </a:ext>
            </a:extLst>
          </p:cNvPr>
          <p:cNvSpPr txBox="1"/>
          <p:nvPr userDrawn="1"/>
        </p:nvSpPr>
        <p:spPr>
          <a:xfrm>
            <a:off x="-2755663" y="762000"/>
            <a:ext cx="2532888" cy="11974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>
                <a:latin typeface="+mn-lt"/>
              </a:rPr>
              <a:t>If you have words that you want to emphasize, use Modern Era Black.</a:t>
            </a:r>
            <a:br>
              <a:rPr lang="en-US" sz="1200">
                <a:latin typeface="+mn-lt"/>
              </a:rPr>
            </a:br>
            <a:endParaRPr lang="en-US" sz="1000">
              <a:latin typeface="+mn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F6C04D4-CC09-F864-1344-1C5BC5F0A36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676" y="6505216"/>
            <a:ext cx="154524" cy="116044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88997E14-B6F0-5292-1CC7-47086D24B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67716" y="6426437"/>
            <a:ext cx="505608" cy="1821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AB683-3312-1D74-2601-19E048D0F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511585-D6CE-7344-8CF3-6895C91DBC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2028498"/>
            <a:ext cx="7071360" cy="2801005"/>
          </a:xfrm>
        </p:spPr>
        <p:txBody>
          <a:bodyPr anchor="ctr"/>
          <a:lstStyle>
            <a:lvl1pPr algn="ctr">
              <a:lnSpc>
                <a:spcPct val="100000"/>
              </a:lnSpc>
              <a:defRPr sz="2800" b="0" i="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>
                <a:effectLst/>
              </a:rPr>
              <a:t>Use this layout for a thoughtful statement in a presentation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27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01 - Cente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342CFC-8401-BEBE-D286-2FA55EC7B5F5}"/>
              </a:ext>
            </a:extLst>
          </p:cNvPr>
          <p:cNvSpPr txBox="1"/>
          <p:nvPr userDrawn="1"/>
        </p:nvSpPr>
        <p:spPr>
          <a:xfrm>
            <a:off x="-2755663" y="762000"/>
            <a:ext cx="2532888" cy="11974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>
                <a:latin typeface="+mn-lt"/>
              </a:rPr>
              <a:t>If you have words that you want to emphasize, use a colored underline.</a:t>
            </a:r>
            <a:br>
              <a:rPr lang="en-US" sz="1000">
                <a:latin typeface="+mn-lt"/>
              </a:rPr>
            </a:br>
            <a:br>
              <a:rPr lang="en-US" sz="1000">
                <a:latin typeface="+mn-lt"/>
              </a:rPr>
            </a:br>
            <a:r>
              <a:rPr lang="en-US" sz="1000">
                <a:latin typeface="+mn-lt"/>
              </a:rPr>
              <a:t>Tip: Send text to back while adjusting the highlight. Once done, bring text to front.</a:t>
            </a:r>
            <a:br>
              <a:rPr lang="en-US" sz="1200">
                <a:latin typeface="+mn-lt"/>
              </a:rPr>
            </a:br>
            <a:endParaRPr lang="en-US" sz="100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B0A635-0EE9-9247-5418-B674CCD5B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AB683-3312-1D74-2601-19E048D0F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511585-D6CE-7344-8CF3-6895C91DBC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5257" y="762001"/>
            <a:ext cx="8621486" cy="5334000"/>
          </a:xfrm>
        </p:spPr>
        <p:txBody>
          <a:bodyPr anchor="ctr"/>
          <a:lstStyle>
            <a:lvl1pPr algn="ctr">
              <a:lnSpc>
                <a:spcPct val="80000"/>
              </a:lnSpc>
              <a:defRPr sz="6000" b="0" i="0" spc="-1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Use this layout for a big, bold statement in a presentation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7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02 - Cente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B7B8D9-BBBB-EB2A-1151-5A6AF9F56E65}"/>
              </a:ext>
            </a:extLst>
          </p:cNvPr>
          <p:cNvSpPr txBox="1"/>
          <p:nvPr userDrawn="1"/>
        </p:nvSpPr>
        <p:spPr>
          <a:xfrm>
            <a:off x="-2755663" y="762000"/>
            <a:ext cx="2532888" cy="11974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>
                <a:latin typeface="+mn-lt"/>
              </a:rPr>
              <a:t>If you have words that you want to emphasize, use a colored underline.</a:t>
            </a:r>
            <a:br>
              <a:rPr lang="en-US" sz="1000">
                <a:latin typeface="+mn-lt"/>
              </a:rPr>
            </a:br>
            <a:br>
              <a:rPr lang="en-US" sz="1000">
                <a:latin typeface="+mn-lt"/>
              </a:rPr>
            </a:br>
            <a:r>
              <a:rPr lang="en-US" sz="1000">
                <a:latin typeface="+mn-lt"/>
              </a:rPr>
              <a:t>Tip: Send text to back while adjusting the highlight. Once done, bring text to front.</a:t>
            </a:r>
            <a:br>
              <a:rPr lang="en-US" sz="1200">
                <a:latin typeface="+mn-lt"/>
              </a:rPr>
            </a:br>
            <a:endParaRPr lang="en-US" sz="100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AA5156-15AC-8E18-C622-F3D4E4D6A9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AB683-3312-1D74-2601-19E048D0F6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511585-D6CE-7344-8CF3-6895C91DBC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5257" y="762001"/>
            <a:ext cx="8621486" cy="5334000"/>
          </a:xfrm>
        </p:spPr>
        <p:txBody>
          <a:bodyPr anchor="ctr"/>
          <a:lstStyle>
            <a:lvl1pPr algn="ctr">
              <a:lnSpc>
                <a:spcPct val="80000"/>
              </a:lnSpc>
              <a:defRPr sz="6000" b="0" i="0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Use this layout for a big, bold statement in a presentation.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596874E-689B-A234-CACA-735B9F7199C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676" y="6505216"/>
            <a:ext cx="154524" cy="11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27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01 - Left Align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F1D12C1-C974-BF9F-2845-0E4DCD6DD060}"/>
              </a:ext>
            </a:extLst>
          </p:cNvPr>
          <p:cNvSpPr txBox="1"/>
          <p:nvPr userDrawn="1"/>
        </p:nvSpPr>
        <p:spPr>
          <a:xfrm>
            <a:off x="-2755663" y="762000"/>
            <a:ext cx="2532888" cy="11974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>
                <a:latin typeface="+mn-lt"/>
              </a:rPr>
              <a:t>If you have words that you want to emphasize, use a colored underline.</a:t>
            </a:r>
            <a:br>
              <a:rPr lang="en-US" sz="1000">
                <a:latin typeface="+mn-lt"/>
              </a:rPr>
            </a:br>
            <a:br>
              <a:rPr lang="en-US" sz="1000">
                <a:latin typeface="+mn-lt"/>
              </a:rPr>
            </a:br>
            <a:r>
              <a:rPr lang="en-US" sz="1000">
                <a:latin typeface="+mn-lt"/>
              </a:rPr>
              <a:t>Tip: Send text to back while adjusting the highlight. Once done, bring text to front.</a:t>
            </a:r>
            <a:br>
              <a:rPr lang="en-US" sz="1200">
                <a:latin typeface="+mn-lt"/>
              </a:rPr>
            </a:br>
            <a:endParaRPr lang="en-US" sz="100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195D96-C047-D195-9E9B-A6B8384AB0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9AD6C8-696F-7B0D-E06C-501DEC809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FA5B0BE3-998D-66E5-AD89-E27DF785D3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762001"/>
            <a:ext cx="8621486" cy="5334000"/>
          </a:xfrm>
        </p:spPr>
        <p:txBody>
          <a:bodyPr anchor="ctr"/>
          <a:lstStyle>
            <a:lvl1pPr algn="l">
              <a:lnSpc>
                <a:spcPct val="80000"/>
              </a:lnSpc>
              <a:defRPr sz="6000" b="0" i="0" spc="-1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Use this layout for a big, bold statement in a presentation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08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02 - Left Align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6A4D757-93D4-91AE-EF22-E3D0758A311A}"/>
              </a:ext>
            </a:extLst>
          </p:cNvPr>
          <p:cNvSpPr txBox="1"/>
          <p:nvPr userDrawn="1"/>
        </p:nvSpPr>
        <p:spPr>
          <a:xfrm>
            <a:off x="-2755663" y="762000"/>
            <a:ext cx="2532888" cy="11974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rtlCol="0">
            <a:noAutofit/>
          </a:bodyPr>
          <a:lstStyle/>
          <a:p>
            <a:pPr marL="0" indent="0">
              <a:buFont typeface="Modern Era" panose="02000000000000000000" pitchFamily="50" charset="0"/>
              <a:buNone/>
            </a:pPr>
            <a:r>
              <a:rPr lang="en-US" sz="1000">
                <a:latin typeface="+mj-lt"/>
              </a:rPr>
              <a:t>Design note: </a:t>
            </a:r>
            <a:r>
              <a:rPr lang="en-US" sz="1000">
                <a:latin typeface="+mn-lt"/>
              </a:rPr>
              <a:t>If you have words that you want to emphasize, use a colored underline.</a:t>
            </a:r>
            <a:br>
              <a:rPr lang="en-US" sz="1000">
                <a:latin typeface="+mn-lt"/>
              </a:rPr>
            </a:br>
            <a:br>
              <a:rPr lang="en-US" sz="1000">
                <a:latin typeface="+mn-lt"/>
              </a:rPr>
            </a:br>
            <a:r>
              <a:rPr lang="en-US" sz="1000">
                <a:latin typeface="+mn-lt"/>
              </a:rPr>
              <a:t>Tip: Send text to back while adjusting the highlight. Once done, bring text to front.</a:t>
            </a:r>
            <a:br>
              <a:rPr lang="en-US" sz="1200">
                <a:latin typeface="+mn-lt"/>
              </a:rPr>
            </a:br>
            <a:endParaRPr lang="en-US" sz="100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71193B-74EE-15BB-C4EC-44DAA56E64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67716" y="6426437"/>
            <a:ext cx="505608" cy="1821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9AD6C8-696F-7B0D-E06C-501DEC809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FA5B0BE3-998D-66E5-AD89-E27DF785D3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" y="762001"/>
            <a:ext cx="8621486" cy="5334000"/>
          </a:xfrm>
        </p:spPr>
        <p:txBody>
          <a:bodyPr anchor="ctr"/>
          <a:lstStyle>
            <a:lvl1pPr algn="l">
              <a:lnSpc>
                <a:spcPct val="80000"/>
              </a:lnSpc>
              <a:defRPr sz="6000" b="0" i="0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Use this layout for a big, bold statement in a presentation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18E25AD-5874-EB03-BF7A-56F1C501379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676" y="6505216"/>
            <a:ext cx="154524" cy="11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357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">
          <p15:clr>
            <a:srgbClr val="FBAE40"/>
          </p15:clr>
        </p15:guide>
        <p15:guide id="2" pos="312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mall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2B9A96-EF89-BFC5-99F4-E58DA2DD6C1A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C576BE-AEEA-88FD-2E90-BBC19AA94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pic>
        <p:nvPicPr>
          <p:cNvPr id="7" name="Picture 6" descr="A pink and black curved object&#10;&#10;AI-generated content may be incorrect.">
            <a:extLst>
              <a:ext uri="{FF2B5EF4-FFF2-40B4-BE49-F238E27FC236}">
                <a16:creationId xmlns:a16="http://schemas.microsoft.com/office/drawing/2014/main" id="{A7933BF5-0215-4576-E8EC-23B258FECB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295458" y="756526"/>
            <a:ext cx="768096" cy="768096"/>
          </a:xfrm>
          <a:prstGeom prst="rect">
            <a:avLst/>
          </a:prstGeom>
        </p:spPr>
      </p:pic>
      <p:pic>
        <p:nvPicPr>
          <p:cNvPr id="8" name="Picture 7" descr="A pink and black curved object&#10;&#10;AI-generated content may be incorrect.">
            <a:extLst>
              <a:ext uri="{FF2B5EF4-FFF2-40B4-BE49-F238E27FC236}">
                <a16:creationId xmlns:a16="http://schemas.microsoft.com/office/drawing/2014/main" id="{82D8E42C-7B0E-538C-9D75-AD42E55C99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27697" y="756526"/>
            <a:ext cx="768096" cy="768096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A020AD0-3437-F48C-3543-A20F040684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676" y="5850206"/>
            <a:ext cx="9499598" cy="4950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URL, publication, and/or title goes here</a:t>
            </a:r>
          </a:p>
          <a:p>
            <a:pPr lvl="0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E6ECE-9E7E-B204-02EB-C07EDBA931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676" y="5599629"/>
            <a:ext cx="9499598" cy="2371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Source name goes here</a:t>
            </a:r>
          </a:p>
        </p:txBody>
      </p:sp>
      <p:sp>
        <p:nvSpPr>
          <p:cNvPr id="12" name="Title 10">
            <a:extLst>
              <a:ext uri="{FF2B5EF4-FFF2-40B4-BE49-F238E27FC236}">
                <a16:creationId xmlns:a16="http://schemas.microsoft.com/office/drawing/2014/main" id="{2FF7711B-F6B1-650A-F518-77C7AF7E1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6" y="1776179"/>
            <a:ext cx="9499599" cy="3560809"/>
          </a:xfrm>
        </p:spPr>
        <p:txBody>
          <a:bodyPr anchor="t"/>
          <a:lstStyle>
            <a:lvl1pPr>
              <a:lnSpc>
                <a:spcPct val="80000"/>
              </a:lnSpc>
              <a:defRPr sz="3600" b="0" i="0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Quote goes here. Hent </a:t>
            </a:r>
            <a:r>
              <a:rPr lang="en-US" err="1"/>
              <a:t>derum</a:t>
            </a:r>
            <a:r>
              <a:rPr lang="en-US"/>
              <a:t> </a:t>
            </a:r>
            <a:r>
              <a:rPr lang="en-US" err="1"/>
              <a:t>quias</a:t>
            </a:r>
            <a:r>
              <a:rPr lang="en-US"/>
              <a:t> </a:t>
            </a:r>
            <a:r>
              <a:rPr lang="en-US" err="1"/>
              <a:t>piet</a:t>
            </a:r>
            <a:r>
              <a:rPr lang="en-US"/>
              <a:t> </a:t>
            </a:r>
            <a:r>
              <a:rPr lang="en-US" err="1"/>
              <a:t>quodi</a:t>
            </a:r>
            <a:r>
              <a:rPr lang="en-US"/>
              <a:t> </a:t>
            </a:r>
            <a:r>
              <a:rPr lang="en-US" err="1"/>
              <a:t>oditio</a:t>
            </a:r>
            <a:r>
              <a:rPr lang="en-US"/>
              <a:t> id </a:t>
            </a:r>
            <a:r>
              <a:rPr lang="en-US" err="1"/>
              <a:t>etus</a:t>
            </a:r>
            <a:r>
              <a:rPr lang="en-US"/>
              <a:t> </a:t>
            </a:r>
            <a:r>
              <a:rPr lang="en-US" err="1"/>
              <a:t>dit</a:t>
            </a:r>
            <a:r>
              <a:rPr lang="en-US"/>
              <a:t>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08DC95F-E2E1-DFB9-3C3A-5D7DABB73781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65352620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292A87-A8C3-F080-0FBC-732EAEE75EDD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C576BE-AEEA-88FD-2E90-BBC19AA94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pic>
        <p:nvPicPr>
          <p:cNvPr id="4" name="Picture 3" descr="A pink and black curved object&#10;&#10;AI-generated content may be incorrect.">
            <a:extLst>
              <a:ext uri="{FF2B5EF4-FFF2-40B4-BE49-F238E27FC236}">
                <a16:creationId xmlns:a16="http://schemas.microsoft.com/office/drawing/2014/main" id="{ADCF7058-1A9D-971F-FDC3-31F5F6ED14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250242" y="1281915"/>
            <a:ext cx="1271016" cy="1271016"/>
          </a:xfrm>
          <a:prstGeom prst="rect">
            <a:avLst/>
          </a:prstGeom>
        </p:spPr>
      </p:pic>
      <p:pic>
        <p:nvPicPr>
          <p:cNvPr id="7" name="Picture 6" descr="A pink and black curved object&#10;&#10;AI-generated content may be incorrect.">
            <a:extLst>
              <a:ext uri="{FF2B5EF4-FFF2-40B4-BE49-F238E27FC236}">
                <a16:creationId xmlns:a16="http://schemas.microsoft.com/office/drawing/2014/main" id="{4BAA0A83-840A-B2B8-9E9F-1265430A38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1521258" y="1281915"/>
            <a:ext cx="1271016" cy="1271016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A020AD0-3437-F48C-3543-A20F040684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676" y="5850206"/>
            <a:ext cx="9499598" cy="4950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URL, publication, and/or title goes here</a:t>
            </a:r>
          </a:p>
          <a:p>
            <a:pPr lvl="0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E6ECE-9E7E-B204-02EB-C07EDBA931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676" y="5599629"/>
            <a:ext cx="9499598" cy="2371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</a:lstStyle>
          <a:p>
            <a:pPr lvl="0"/>
            <a:r>
              <a:rPr lang="en-US"/>
              <a:t>Source name goes here</a:t>
            </a:r>
          </a:p>
        </p:txBody>
      </p:sp>
      <p:sp>
        <p:nvSpPr>
          <p:cNvPr id="12" name="Title 10">
            <a:extLst>
              <a:ext uri="{FF2B5EF4-FFF2-40B4-BE49-F238E27FC236}">
                <a16:creationId xmlns:a16="http://schemas.microsoft.com/office/drawing/2014/main" id="{2FF7711B-F6B1-650A-F518-77C7AF7E1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6" y="2311400"/>
            <a:ext cx="9499599" cy="3025588"/>
          </a:xfrm>
        </p:spPr>
        <p:txBody>
          <a:bodyPr anchor="t"/>
          <a:lstStyle>
            <a:lvl1pPr>
              <a:lnSpc>
                <a:spcPct val="80000"/>
              </a:lnSpc>
              <a:defRPr sz="6000" b="0" i="0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Quote goes here. Hent </a:t>
            </a:r>
            <a:r>
              <a:rPr lang="en-US" err="1"/>
              <a:t>derum</a:t>
            </a:r>
            <a:r>
              <a:rPr lang="en-US"/>
              <a:t> </a:t>
            </a:r>
            <a:r>
              <a:rPr lang="en-US" err="1"/>
              <a:t>quias</a:t>
            </a:r>
            <a:r>
              <a:rPr lang="en-US"/>
              <a:t> </a:t>
            </a:r>
            <a:r>
              <a:rPr lang="en-US" err="1"/>
              <a:t>piet</a:t>
            </a:r>
            <a:r>
              <a:rPr lang="en-US"/>
              <a:t> </a:t>
            </a:r>
            <a:r>
              <a:rPr lang="en-US" err="1"/>
              <a:t>quodi</a:t>
            </a:r>
            <a:r>
              <a:rPr lang="en-US"/>
              <a:t> </a:t>
            </a:r>
            <a:r>
              <a:rPr lang="en-US" err="1"/>
              <a:t>oditio</a:t>
            </a:r>
            <a:r>
              <a:rPr lang="en-US"/>
              <a:t> id </a:t>
            </a:r>
            <a:r>
              <a:rPr lang="en-US" err="1"/>
              <a:t>etus</a:t>
            </a:r>
            <a:r>
              <a:rPr lang="en-US"/>
              <a:t> </a:t>
            </a:r>
            <a:r>
              <a:rPr lang="en-US" err="1"/>
              <a:t>dit</a:t>
            </a:r>
            <a:r>
              <a:rPr lang="en-US"/>
              <a:t>.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20D6496-3B1D-586F-B15B-23CFE78652B6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8548900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3 columns -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A8AA25F-3482-8350-0893-4F8C234FA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CCA8641-BC38-9D4C-155C-1BA4D8488C2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676" y="6492574"/>
            <a:ext cx="154524" cy="11604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34B31-D2B7-E61A-0F94-17FA98E16D26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8E94118-DDD9-00E3-6F3D-2646C881FB1D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525" y="795300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339ECE-C740-6960-E32C-892CDF753B8A}"/>
              </a:ext>
            </a:extLst>
          </p:cNvPr>
          <p:cNvCxnSpPr>
            <a:cxnSpLocks/>
          </p:cNvCxnSpPr>
          <p:nvPr userDrawn="1"/>
        </p:nvCxnSpPr>
        <p:spPr>
          <a:xfrm flipH="1">
            <a:off x="4331437" y="795300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B501E2-1F5E-B840-3582-35A13BCEDC90}"/>
              </a:ext>
            </a:extLst>
          </p:cNvPr>
          <p:cNvCxnSpPr>
            <a:cxnSpLocks/>
          </p:cNvCxnSpPr>
          <p:nvPr userDrawn="1"/>
        </p:nvCxnSpPr>
        <p:spPr>
          <a:xfrm flipH="1">
            <a:off x="8128707" y="795300"/>
            <a:ext cx="35558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A0A6744-56C9-E454-5227-8510BA8D47B0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8128707" y="954575"/>
            <a:ext cx="3287437" cy="2101142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3CB32B1-4941-D093-BC40-EF1D5A441322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4331437" y="954575"/>
            <a:ext cx="3287437" cy="2101142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A6E0735-EE22-B552-7D39-0F329E51D87B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509893" y="954575"/>
            <a:ext cx="3319382" cy="2101142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D156BF9E-FCE2-AC85-1008-15220DAF71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6300" y="3331034"/>
            <a:ext cx="8621486" cy="2764965"/>
          </a:xfrm>
        </p:spPr>
        <p:txBody>
          <a:bodyPr anchor="b"/>
          <a:lstStyle>
            <a:lvl1pPr algn="l">
              <a:lnSpc>
                <a:spcPct val="80000"/>
              </a:lnSpc>
              <a:defRPr sz="7200" b="0" i="0" spc="-1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Use this layout for a big, bold statement in a presentation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EDBD37-DD58-E8F9-970E-C915EB5F0A34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9992967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3 columns -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EFA293E8-1D90-AE70-6D38-98C204E3220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676" y="6506641"/>
            <a:ext cx="154524" cy="116044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9F1D6F24-F747-0BCB-876B-328AE7BB4A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67716" y="6426437"/>
            <a:ext cx="505608" cy="1821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CA8AA25F-3482-8350-0893-4F8C234FA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EA9822-5256-109F-98AA-9641F92A462F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525" y="795300"/>
            <a:ext cx="35558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EDBE53-F112-8F98-2328-F21CB5FC2638}"/>
              </a:ext>
            </a:extLst>
          </p:cNvPr>
          <p:cNvCxnSpPr>
            <a:cxnSpLocks/>
          </p:cNvCxnSpPr>
          <p:nvPr userDrawn="1"/>
        </p:nvCxnSpPr>
        <p:spPr>
          <a:xfrm flipH="1">
            <a:off x="4331437" y="795300"/>
            <a:ext cx="35558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5E9D56-F34E-D269-3976-1672757E3E2E}"/>
              </a:ext>
            </a:extLst>
          </p:cNvPr>
          <p:cNvCxnSpPr>
            <a:cxnSpLocks/>
          </p:cNvCxnSpPr>
          <p:nvPr userDrawn="1"/>
        </p:nvCxnSpPr>
        <p:spPr>
          <a:xfrm flipH="1">
            <a:off x="8128707" y="795300"/>
            <a:ext cx="355580" cy="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1C288EA-1B88-6B2F-B991-35EAE4FD57E4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8128707" y="954575"/>
            <a:ext cx="3287437" cy="21011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CDAA769-2B7C-344D-9453-5C2049FE00E8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4331437" y="954575"/>
            <a:ext cx="3287437" cy="21011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BA047DA-D059-987C-9C80-D913DCE36842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509893" y="954575"/>
            <a:ext cx="3319382" cy="21011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itle 10">
            <a:extLst>
              <a:ext uri="{FF2B5EF4-FFF2-40B4-BE49-F238E27FC236}">
                <a16:creationId xmlns:a16="http://schemas.microsoft.com/office/drawing/2014/main" id="{A83FB040-D9EA-19BD-DC38-32D1C9D19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6300" y="3331034"/>
            <a:ext cx="8621486" cy="2764965"/>
          </a:xfrm>
        </p:spPr>
        <p:txBody>
          <a:bodyPr anchor="b"/>
          <a:lstStyle>
            <a:lvl1pPr algn="l">
              <a:lnSpc>
                <a:spcPct val="80000"/>
              </a:lnSpc>
              <a:defRPr sz="7200" b="0" i="0" spc="-15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>
                <a:effectLst/>
              </a:rPr>
              <a:t>Use this layout for a big, bold statement in a presentation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7360896-F88F-CB18-AFB4-0B5FA5037C38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03520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3216832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C08E2-8856-D71F-065E-1918E7B9C54F}"/>
              </a:ext>
            </a:extLst>
          </p:cNvPr>
          <p:cNvSpPr>
            <a:spLocks noGrp="1"/>
          </p:cNvSpPr>
          <p:nvPr>
            <p:ph type="sldNum" sz="quarter" idx="71"/>
          </p:nvPr>
        </p:nvSpPr>
        <p:spPr/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88C7D983-31A5-965A-A809-F2C15A10A0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6800" y="6505274"/>
            <a:ext cx="5076117" cy="116044"/>
          </a:xfrm>
        </p:spPr>
        <p:txBody>
          <a:bodyPr/>
          <a:lstStyle/>
          <a:p>
            <a:r>
              <a:rPr lang="en-US"/>
              <a:t>Intellectual property of Horizontal Digital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D2C848-3560-82A2-2202-F0294C707989}"/>
              </a:ext>
            </a:extLst>
          </p:cNvPr>
          <p:cNvCxnSpPr>
            <a:cxnSpLocks/>
          </p:cNvCxnSpPr>
          <p:nvPr userDrawn="1"/>
        </p:nvCxnSpPr>
        <p:spPr>
          <a:xfrm flipH="1">
            <a:off x="6599583" y="997426"/>
            <a:ext cx="5073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BE09029-3111-D14E-3B76-06D6A3084B18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6599236" y="2518214"/>
            <a:ext cx="5067299" cy="3577786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7050D6E-F984-6CB5-259E-BE36A146EFE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599237" y="1258253"/>
            <a:ext cx="5073307" cy="12743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1200" b="0" i="0" baseline="0">
                <a:latin typeface="Modern Era Mono ExtraBold" panose="020000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DD94A64-D2DE-5326-F8DA-4DD65359238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525464" y="1767736"/>
            <a:ext cx="4800680" cy="4332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24B0ED36-62BE-4D5A-DB92-FBA5201F60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619256"/>
            <a:ext cx="4800681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B77E37B-82FB-C54B-1BF0-DF903346D55C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4800528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4390376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2">
            <a:extLst>
              <a:ext uri="{FF2B5EF4-FFF2-40B4-BE49-F238E27FC236}">
                <a16:creationId xmlns:a16="http://schemas.microsoft.com/office/drawing/2014/main" id="{945FA29B-D976-982B-85BE-06618B56F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88C7D983-31A5-965A-A809-F2C15A10A0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6800" y="6505274"/>
            <a:ext cx="5076117" cy="116044"/>
          </a:xfrm>
        </p:spPr>
        <p:txBody>
          <a:bodyPr/>
          <a:lstStyle/>
          <a:p>
            <a:r>
              <a:rPr lang="en-US"/>
              <a:t>Intellectual property of Horizontal Digital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87F8BA2-A17A-6AFC-91C1-62FE792DF17F}"/>
              </a:ext>
            </a:extLst>
          </p:cNvPr>
          <p:cNvCxnSpPr>
            <a:cxnSpLocks/>
          </p:cNvCxnSpPr>
          <p:nvPr userDrawn="1"/>
        </p:nvCxnSpPr>
        <p:spPr>
          <a:xfrm flipH="1">
            <a:off x="6599583" y="3525212"/>
            <a:ext cx="5073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BE36827-40F6-091B-BC05-97F45029B5B7}"/>
              </a:ext>
            </a:extLst>
          </p:cNvPr>
          <p:cNvCxnSpPr>
            <a:cxnSpLocks/>
          </p:cNvCxnSpPr>
          <p:nvPr userDrawn="1"/>
        </p:nvCxnSpPr>
        <p:spPr>
          <a:xfrm flipH="1">
            <a:off x="6599583" y="997426"/>
            <a:ext cx="5073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3016285-CC49-4AA4-A607-CECDA4B73746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8617226" y="3783231"/>
            <a:ext cx="3055662" cy="1491644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2FCCECCB-0A2F-E4B7-0B73-0CC84BE9D68E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6599238" y="3807661"/>
            <a:ext cx="1928536" cy="1491643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i="0" baseline="0">
                <a:latin typeface="Modern Era Mono ExtraBold" panose="020000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84032D-F943-49A7-0A6A-AA46416D6F34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8617226" y="1247252"/>
            <a:ext cx="3055662" cy="1491644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7050D6E-F984-6CB5-259E-BE36A146EFE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599238" y="1271682"/>
            <a:ext cx="1928536" cy="1491643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i="0" baseline="0">
                <a:latin typeface="Modern Era Mono ExtraBold" panose="020000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3CE5A83-794D-D6FA-F362-89115FAAF6D5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525464" y="1767736"/>
            <a:ext cx="4800680" cy="4332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0E65C61-248E-5A1A-CE9A-F996DA4637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619256"/>
            <a:ext cx="4800681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80C4F8B-C3FA-DD72-AAD9-4F175B512BA0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4800528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3898195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2">
            <a:extLst>
              <a:ext uri="{FF2B5EF4-FFF2-40B4-BE49-F238E27FC236}">
                <a16:creationId xmlns:a16="http://schemas.microsoft.com/office/drawing/2014/main" id="{945FA29B-D976-982B-85BE-06618B56F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88C7D983-31A5-965A-A809-F2C15A10A0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6800" y="6505274"/>
            <a:ext cx="5076117" cy="116044"/>
          </a:xfrm>
        </p:spPr>
        <p:txBody>
          <a:bodyPr/>
          <a:lstStyle/>
          <a:p>
            <a:r>
              <a:rPr lang="en-US"/>
              <a:t>Intellectual property of Horizontal Digital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0785477-8808-12A0-CF7C-1FE1B9B32E60}"/>
              </a:ext>
            </a:extLst>
          </p:cNvPr>
          <p:cNvCxnSpPr>
            <a:cxnSpLocks/>
          </p:cNvCxnSpPr>
          <p:nvPr userDrawn="1"/>
        </p:nvCxnSpPr>
        <p:spPr>
          <a:xfrm flipH="1">
            <a:off x="6599583" y="4545557"/>
            <a:ext cx="5073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13BF096-0229-9181-4BB4-FD0A2D4A9781}"/>
              </a:ext>
            </a:extLst>
          </p:cNvPr>
          <p:cNvCxnSpPr>
            <a:cxnSpLocks/>
          </p:cNvCxnSpPr>
          <p:nvPr userDrawn="1"/>
        </p:nvCxnSpPr>
        <p:spPr>
          <a:xfrm flipH="1">
            <a:off x="6599583" y="2767208"/>
            <a:ext cx="5073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884B28-7C3B-6F60-0F4F-F82BEEB51A8D}"/>
              </a:ext>
            </a:extLst>
          </p:cNvPr>
          <p:cNvCxnSpPr>
            <a:cxnSpLocks/>
          </p:cNvCxnSpPr>
          <p:nvPr userDrawn="1"/>
        </p:nvCxnSpPr>
        <p:spPr>
          <a:xfrm flipH="1">
            <a:off x="6599583" y="997426"/>
            <a:ext cx="5073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8253E00B-2FF5-4B99-66B2-28B347BD9DCC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8617226" y="4795383"/>
            <a:ext cx="3055662" cy="1257848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CD4D3867-8146-1FE2-F475-F0D8164F19F3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599238" y="4819813"/>
            <a:ext cx="1928536" cy="125784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i="0" baseline="0">
                <a:latin typeface="Modern Era Mono ExtraBold" panose="020000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F7CDC5B-C662-561C-77A8-EDFD87305763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8617226" y="3017034"/>
            <a:ext cx="3055662" cy="1257848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60F75BA0-BDB1-0A59-BDD5-F7496C31D14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599238" y="3041464"/>
            <a:ext cx="1928536" cy="125784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i="0" baseline="0">
                <a:latin typeface="Modern Era Mono ExtraBold" panose="020000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3BE9108-8AD5-A89E-023F-C1CF0A41CAB5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8617226" y="1247252"/>
            <a:ext cx="3055662" cy="1257848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27F6DC6-559C-F470-2341-7890BA7EF8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599238" y="1271682"/>
            <a:ext cx="1928536" cy="125784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i="0" baseline="0">
                <a:latin typeface="Modern Era Mono ExtraBold" panose="020000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812BD44-F697-2C98-254E-1E61E0E17668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525464" y="1767736"/>
            <a:ext cx="4800680" cy="4332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2DDA547-F9E6-4347-3EFF-4B63DE277A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619256"/>
            <a:ext cx="4800681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DE2B2FE-82FD-942E-549F-1A53153EE13B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4800528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3701318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2">
            <a:extLst>
              <a:ext uri="{FF2B5EF4-FFF2-40B4-BE49-F238E27FC236}">
                <a16:creationId xmlns:a16="http://schemas.microsoft.com/office/drawing/2014/main" id="{945FA29B-D976-982B-85BE-06618B56F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88C7D983-31A5-965A-A809-F2C15A10A0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6800" y="6505274"/>
            <a:ext cx="5076117" cy="116044"/>
          </a:xfrm>
        </p:spPr>
        <p:txBody>
          <a:bodyPr/>
          <a:lstStyle/>
          <a:p>
            <a:r>
              <a:rPr lang="en-US"/>
              <a:t>Intellectual property of Horizontal Digital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D1E25B8-A509-78E3-6279-8E42E5E725AE}"/>
              </a:ext>
            </a:extLst>
          </p:cNvPr>
          <p:cNvCxnSpPr>
            <a:cxnSpLocks/>
          </p:cNvCxnSpPr>
          <p:nvPr userDrawn="1"/>
        </p:nvCxnSpPr>
        <p:spPr>
          <a:xfrm flipH="1">
            <a:off x="6599583" y="5053120"/>
            <a:ext cx="5073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62D7F24-E125-8327-E1EC-E0940A050E00}"/>
              </a:ext>
            </a:extLst>
          </p:cNvPr>
          <p:cNvCxnSpPr>
            <a:cxnSpLocks/>
          </p:cNvCxnSpPr>
          <p:nvPr userDrawn="1"/>
        </p:nvCxnSpPr>
        <p:spPr>
          <a:xfrm flipH="1">
            <a:off x="6599583" y="3528499"/>
            <a:ext cx="5073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4CFEBEB-9EE7-6068-A440-CC9D80293A1A}"/>
              </a:ext>
            </a:extLst>
          </p:cNvPr>
          <p:cNvCxnSpPr>
            <a:cxnSpLocks/>
          </p:cNvCxnSpPr>
          <p:nvPr userDrawn="1"/>
        </p:nvCxnSpPr>
        <p:spPr>
          <a:xfrm flipH="1">
            <a:off x="6599583" y="2005236"/>
            <a:ext cx="5073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1A6DA75-D45F-D4A9-43E8-836B746C9275}"/>
              </a:ext>
            </a:extLst>
          </p:cNvPr>
          <p:cNvCxnSpPr>
            <a:cxnSpLocks/>
          </p:cNvCxnSpPr>
          <p:nvPr userDrawn="1"/>
        </p:nvCxnSpPr>
        <p:spPr>
          <a:xfrm flipH="1">
            <a:off x="6599583" y="488323"/>
            <a:ext cx="5073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956F7870-7011-9471-B87C-FBED49B9E36B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>
          <a:xfrm>
            <a:off x="8617226" y="5303158"/>
            <a:ext cx="3055662" cy="1009989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ED67ADD1-E0C0-E142-A2C7-23C0E300BA41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6599238" y="5337847"/>
            <a:ext cx="1928536" cy="10099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i="0" baseline="0">
                <a:latin typeface="Modern Era Mono ExtraBold" panose="020000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C0A90D7-9AF7-0101-797A-B1424F0B8140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8617226" y="3781815"/>
            <a:ext cx="3055662" cy="1009989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23762236-99C3-2BF9-2BA1-B433FCCBFB65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599238" y="3802756"/>
            <a:ext cx="1928536" cy="10099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i="0" baseline="0">
                <a:latin typeface="Modern Era Mono ExtraBold" panose="020000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445DC617-FA75-8B4F-6D0F-0C22CE7810E3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8617226" y="2258552"/>
            <a:ext cx="3055662" cy="1009989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E7DB9410-2241-DB0F-55CE-2924825FD8D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599238" y="2279493"/>
            <a:ext cx="1928536" cy="10099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i="0" baseline="0">
                <a:latin typeface="Modern Era Mono ExtraBold" panose="020000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F1ABA77C-A81C-57A9-C6B4-45CB7F43CF96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8617226" y="741639"/>
            <a:ext cx="3055662" cy="1009989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3" name="Text Placeholder 17">
            <a:extLst>
              <a:ext uri="{FF2B5EF4-FFF2-40B4-BE49-F238E27FC236}">
                <a16:creationId xmlns:a16="http://schemas.microsoft.com/office/drawing/2014/main" id="{AC2F7EC1-63F4-82BA-5523-AB5BB5D317D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599238" y="762580"/>
            <a:ext cx="1928536" cy="10099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i="0" baseline="0">
                <a:latin typeface="Modern Era Mono ExtraBold" panose="020000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1FE54F2-F3CF-2C48-5AF6-1C548E6D5B53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525464" y="1767736"/>
            <a:ext cx="4800680" cy="4332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D40D12EB-9B57-B7DB-98AD-D1E71914FB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619256"/>
            <a:ext cx="4800681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8178AEE-D8FB-5388-6381-1318211A3DCA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4800528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 /</a:t>
            </a:r>
          </a:p>
        </p:txBody>
      </p:sp>
    </p:spTree>
    <p:extLst>
      <p:ext uri="{BB962C8B-B14F-4D97-AF65-F5344CB8AC3E}">
        <p14:creationId xmlns:p14="http://schemas.microsoft.com/office/powerpoint/2010/main" val="254698635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 05-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2">
            <a:extLst>
              <a:ext uri="{FF2B5EF4-FFF2-40B4-BE49-F238E27FC236}">
                <a16:creationId xmlns:a16="http://schemas.microsoft.com/office/drawing/2014/main" id="{945FA29B-D976-982B-85BE-06618B56F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88C7D983-31A5-965A-A809-F2C15A10A0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6800" y="6505274"/>
            <a:ext cx="5076117" cy="116044"/>
          </a:xfrm>
        </p:spPr>
        <p:txBody>
          <a:bodyPr/>
          <a:lstStyle/>
          <a:p>
            <a:r>
              <a:rPr lang="en-US"/>
              <a:t>Intellectual property of Horizontal Digital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98D48FE-130B-FCFA-A7F2-4092AFCAC827}"/>
              </a:ext>
            </a:extLst>
          </p:cNvPr>
          <p:cNvCxnSpPr>
            <a:cxnSpLocks/>
          </p:cNvCxnSpPr>
          <p:nvPr userDrawn="1"/>
        </p:nvCxnSpPr>
        <p:spPr>
          <a:xfrm flipH="1">
            <a:off x="6599583" y="4801285"/>
            <a:ext cx="5073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E12DFCE-C998-2146-D1F6-65D9C59CCA64}"/>
              </a:ext>
            </a:extLst>
          </p:cNvPr>
          <p:cNvCxnSpPr>
            <a:cxnSpLocks/>
          </p:cNvCxnSpPr>
          <p:nvPr userDrawn="1"/>
        </p:nvCxnSpPr>
        <p:spPr>
          <a:xfrm flipH="1">
            <a:off x="6599583" y="3276664"/>
            <a:ext cx="5073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015B363-F35F-8D51-9C9C-DA9E1A087F22}"/>
              </a:ext>
            </a:extLst>
          </p:cNvPr>
          <p:cNvCxnSpPr>
            <a:cxnSpLocks/>
          </p:cNvCxnSpPr>
          <p:nvPr userDrawn="1"/>
        </p:nvCxnSpPr>
        <p:spPr>
          <a:xfrm flipH="1">
            <a:off x="6599583" y="1753401"/>
            <a:ext cx="5073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FC31386-E03F-983C-E0A6-8F72150BE2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25616" y="4801285"/>
            <a:ext cx="5073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6E94BE2-4022-4D5D-29EE-EB8431853B07}"/>
              </a:ext>
            </a:extLst>
          </p:cNvPr>
          <p:cNvCxnSpPr>
            <a:cxnSpLocks/>
          </p:cNvCxnSpPr>
          <p:nvPr userDrawn="1"/>
        </p:nvCxnSpPr>
        <p:spPr>
          <a:xfrm flipH="1">
            <a:off x="525616" y="3276664"/>
            <a:ext cx="5073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0D82389-924A-6A63-8BBE-3761E5344F36}"/>
              </a:ext>
            </a:extLst>
          </p:cNvPr>
          <p:cNvCxnSpPr>
            <a:cxnSpLocks/>
          </p:cNvCxnSpPr>
          <p:nvPr userDrawn="1"/>
        </p:nvCxnSpPr>
        <p:spPr>
          <a:xfrm flipH="1">
            <a:off x="525616" y="1753401"/>
            <a:ext cx="507330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8EBBB2C5-73F3-B4AD-5500-9B93BE4349E5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617226" y="5051323"/>
            <a:ext cx="3055662" cy="1009989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A5E5F51E-2DEC-42E1-1F3B-E7772FF0A54F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599238" y="5086012"/>
            <a:ext cx="1928536" cy="10099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i="0" baseline="0">
                <a:latin typeface="Modern Era Mono ExtraBold" panose="020000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1F7A2E63-B7F6-8885-881C-839D92EF23C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8617226" y="3529980"/>
            <a:ext cx="3055662" cy="1009989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" name="Text Placeholder 17">
            <a:extLst>
              <a:ext uri="{FF2B5EF4-FFF2-40B4-BE49-F238E27FC236}">
                <a16:creationId xmlns:a16="http://schemas.microsoft.com/office/drawing/2014/main" id="{B920DC16-A742-76EB-D6BA-DA472DA4EDCE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6599238" y="3550921"/>
            <a:ext cx="1928536" cy="10099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i="0" baseline="0">
                <a:latin typeface="Modern Era Mono ExtraBold" panose="020000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DA1370C6-97D2-4C4C-A32E-73470B34AB7E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8617226" y="2006717"/>
            <a:ext cx="3055662" cy="1009989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" name="Text Placeholder 17">
            <a:extLst>
              <a:ext uri="{FF2B5EF4-FFF2-40B4-BE49-F238E27FC236}">
                <a16:creationId xmlns:a16="http://schemas.microsoft.com/office/drawing/2014/main" id="{182D6836-89B0-716B-CACA-22643508F564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599238" y="2027658"/>
            <a:ext cx="1928536" cy="10099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i="0" baseline="0">
                <a:latin typeface="Modern Era Mono ExtraBold" panose="020000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DE9A6B5-C146-03D2-324C-1C810DC14667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>
          <a:xfrm>
            <a:off x="2543259" y="5051323"/>
            <a:ext cx="3055662" cy="1009989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53953E7B-92A0-A1B1-5D7D-67ECD41F3DE3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525271" y="5086012"/>
            <a:ext cx="1928536" cy="10099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i="0" baseline="0">
                <a:latin typeface="Modern Era Mono ExtraBold" panose="020000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514C8EE9-0F54-527E-FCAB-0325C270C092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2543259" y="3529980"/>
            <a:ext cx="3055662" cy="1009989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EB6C1442-51A2-4FAF-E39D-956535E8F4F8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25271" y="3550921"/>
            <a:ext cx="1928536" cy="10099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i="0" baseline="0">
                <a:latin typeface="Modern Era Mono ExtraBold" panose="020000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85D95F5-0150-D5FC-9B1A-2FF01C19E9AD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2543259" y="2006717"/>
            <a:ext cx="3055662" cy="1009989"/>
          </a:xfrm>
        </p:spPr>
        <p:txBody>
          <a:bodyPr/>
          <a:lstStyle>
            <a:lvl2pPr>
              <a:defRPr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C2387EEA-189C-7C54-CA7D-C5D26487BA2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25271" y="2027658"/>
            <a:ext cx="1928536" cy="10099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b="0" i="0" baseline="0">
                <a:latin typeface="Modern Era Mono ExtraBold" panose="02000000000000000000" pitchFamily="2" charset="0"/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ADE0D1A7-421F-48F3-9C30-C1840EF1D5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616" y="588262"/>
            <a:ext cx="7338223" cy="7680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E2227B5-7870-9459-3DA0-F4835F8E2768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5" y="257344"/>
            <a:ext cx="5993717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204178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- Mont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2">
            <a:extLst>
              <a:ext uri="{FF2B5EF4-FFF2-40B4-BE49-F238E27FC236}">
                <a16:creationId xmlns:a16="http://schemas.microsoft.com/office/drawing/2014/main" id="{945FA29B-D976-982B-85BE-06618B56F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88C7D983-31A5-965A-A809-F2C15A10A0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6800" y="6505274"/>
            <a:ext cx="5076117" cy="116044"/>
          </a:xfrm>
        </p:spPr>
        <p:txBody>
          <a:bodyPr/>
          <a:lstStyle/>
          <a:p>
            <a:r>
              <a:rPr lang="en-US"/>
              <a:t>Intellectual property of Horizontal Digital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1EF1E9B-3C42-11C9-CF4D-62A53A4988C4}"/>
              </a:ext>
            </a:extLst>
          </p:cNvPr>
          <p:cNvGrpSpPr/>
          <p:nvPr userDrawn="1"/>
        </p:nvGrpSpPr>
        <p:grpSpPr>
          <a:xfrm>
            <a:off x="522362" y="1782889"/>
            <a:ext cx="10647158" cy="4568381"/>
            <a:chOff x="522362" y="1782890"/>
            <a:chExt cx="10647158" cy="430663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40C7BDC-FDC9-9CEE-EAA6-C1B4B4921B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2362" y="1782890"/>
              <a:ext cx="0" cy="430663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FCF63C3-6AC2-16A1-3B05-D909602617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83428" y="1782890"/>
              <a:ext cx="0" cy="430663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E47F2AA-45BC-2F54-AE1E-B44B206220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53613" y="1782890"/>
              <a:ext cx="0" cy="430663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C61D7FB-C411-4336-65D4-0F06BA3EAD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35520" y="1782890"/>
              <a:ext cx="0" cy="430663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A9AD682-10B0-989B-10C6-514C88A11D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05705" y="1782890"/>
              <a:ext cx="0" cy="430663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DEB8BB2-8536-A921-928D-393C9D9401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335" y="1782890"/>
              <a:ext cx="0" cy="430663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E134BFD-778D-ADDC-0CF0-17BBB87134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169520" y="1782890"/>
              <a:ext cx="0" cy="430663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E2EE8E2-E88D-5BFA-D408-83E483EAE3B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22362" y="1528171"/>
            <a:ext cx="1512178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Week 01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5A3CAA4-D2BD-2470-16AB-1C933F117B90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297822" y="1528171"/>
            <a:ext cx="1512178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Week 02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C4CF73D-018D-9E4C-BF73-C4FD4C9FA55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065662" y="1528171"/>
            <a:ext cx="1512178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Week 03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11DBB65-2AD4-0364-EE58-60FBAC5B60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841122" y="1528171"/>
            <a:ext cx="1512178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Week 04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65BE3EF-EFE0-B89D-7AC0-4379FB8A2FAE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616582" y="1528171"/>
            <a:ext cx="1512178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Week 05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61D3DD-E338-60A7-6463-E4E0292B85D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9399662" y="1528171"/>
            <a:ext cx="1512178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Week 06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8FDFCB52-E74E-2B55-2DE4-7A4D849B4B9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1169195" y="1528171"/>
            <a:ext cx="1512178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Week 07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DFC74E8-731C-0915-105F-56A594DEFAA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8920" y="586570"/>
            <a:ext cx="5074404" cy="7680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Font typeface="Modern Era" panose="02000000000000000000" pitchFamily="50" charset="0"/>
              <a:buNone/>
              <a:defRPr sz="1200">
                <a:solidFill>
                  <a:schemeClr val="tx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In general we want to keep slides clean and concise.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magna. 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F5D1F593-5510-07EB-EB6A-C3884204B3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617" y="588262"/>
            <a:ext cx="5305316" cy="7680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B4CEDCD-4678-3BA6-78C6-4C86D30AE307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15506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1212780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- Quar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2">
            <a:extLst>
              <a:ext uri="{FF2B5EF4-FFF2-40B4-BE49-F238E27FC236}">
                <a16:creationId xmlns:a16="http://schemas.microsoft.com/office/drawing/2014/main" id="{945FA29B-D976-982B-85BE-06618B56F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88C7D983-31A5-965A-A809-F2C15A10A0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6800" y="6505274"/>
            <a:ext cx="5076117" cy="116044"/>
          </a:xfrm>
        </p:spPr>
        <p:txBody>
          <a:bodyPr/>
          <a:lstStyle/>
          <a:p>
            <a:r>
              <a:rPr lang="en-US"/>
              <a:t>Intellectual property of Horizontal Digital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5D64F7-ADF5-252D-E501-5CEA79610F48}"/>
              </a:ext>
            </a:extLst>
          </p:cNvPr>
          <p:cNvGrpSpPr/>
          <p:nvPr userDrawn="1"/>
        </p:nvGrpSpPr>
        <p:grpSpPr>
          <a:xfrm>
            <a:off x="522362" y="1778612"/>
            <a:ext cx="11532131" cy="4563304"/>
            <a:chOff x="522362" y="1789370"/>
            <a:chExt cx="11532131" cy="430663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40C7BDC-FDC9-9CEE-EAA6-C1B4B4921B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2362" y="1789370"/>
              <a:ext cx="0" cy="430663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FCF63C3-6AC2-16A1-3B05-D909602617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96888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E47F2AA-45BC-2F54-AE1E-B44B206220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71414" y="1789370"/>
              <a:ext cx="0" cy="430663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A9AD682-10B0-989B-10C6-514C88A11D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20466" y="1789370"/>
              <a:ext cx="0" cy="430663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E134BFD-778D-ADDC-0CF0-17BBB87134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169520" y="1789370"/>
              <a:ext cx="0" cy="430663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4AF99187-BE28-C81F-EA56-8957737772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09625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35478E8A-36EE-8724-98C3-ECE0890E214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84151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31E4EC6-EED5-EC9E-9D4F-5BD2C0A8DC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58677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28019A6-2DFC-C77E-F2DF-7BE502335A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45940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01FF8F9-8918-3147-C4EE-461683A9DDA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33203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AE270EA-631F-8748-1FCB-86D526E1AD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507729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388578F-4D84-40FF-2572-63D8147A057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4992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7CDEE8-0937-D6AB-0C03-15C6FD2A711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282255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B3A1DA3-5DAF-BA8D-DD9C-EB507671F7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54493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E2EE8E2-E88D-5BFA-D408-83E483EAE3B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22362" y="1523893"/>
            <a:ext cx="1512178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C4CF73D-018D-9E4C-BF73-C4FD4C9FA55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065662" y="1523893"/>
            <a:ext cx="1512178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65BE3EF-EFE0-B89D-7AC0-4379FB8A2FAE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616582" y="1523893"/>
            <a:ext cx="1512178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8FDFCB52-E74E-2B55-2DE4-7A4D849B4B91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1169195" y="1523893"/>
            <a:ext cx="1512178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2721657-1D08-45F4-0F48-6F1E67C59F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8920" y="586570"/>
            <a:ext cx="5074404" cy="7680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Font typeface="Modern Era" panose="02000000000000000000" pitchFamily="50" charset="0"/>
              <a:buNone/>
              <a:defRPr sz="1200">
                <a:solidFill>
                  <a:schemeClr val="tx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In general we want to keep slides clean and concise.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magna. 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C5B1E66A-5D0B-DD94-0FB6-52BA30C30E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617" y="588262"/>
            <a:ext cx="5305316" cy="7680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C1D6C6A-263E-BCCD-A6A4-97A5E9259954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15506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7255614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- Long-ter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2">
            <a:extLst>
              <a:ext uri="{FF2B5EF4-FFF2-40B4-BE49-F238E27FC236}">
                <a16:creationId xmlns:a16="http://schemas.microsoft.com/office/drawing/2014/main" id="{945FA29B-D976-982B-85BE-06618B56F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88C7D983-31A5-965A-A809-F2C15A10A0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6800" y="6505274"/>
            <a:ext cx="5076117" cy="116044"/>
          </a:xfrm>
        </p:spPr>
        <p:txBody>
          <a:bodyPr/>
          <a:lstStyle/>
          <a:p>
            <a:r>
              <a:rPr lang="en-US"/>
              <a:t>Intellectual property of Horizontal Digital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4EEB4CA-67E2-5194-C2BB-067A92431728}"/>
              </a:ext>
            </a:extLst>
          </p:cNvPr>
          <p:cNvGrpSpPr/>
          <p:nvPr userDrawn="1"/>
        </p:nvGrpSpPr>
        <p:grpSpPr>
          <a:xfrm>
            <a:off x="522362" y="1778612"/>
            <a:ext cx="11532131" cy="4563304"/>
            <a:chOff x="522362" y="1789370"/>
            <a:chExt cx="11532131" cy="430663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40C7BDC-FDC9-9CEE-EAA6-C1B4B4921B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2362" y="1789370"/>
              <a:ext cx="0" cy="430663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FCF63C3-6AC2-16A1-3B05-D909602617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296888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E47F2AA-45BC-2F54-AE1E-B44B206220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71414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A9AD682-10B0-989B-10C6-514C88A11DE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620466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E134BFD-778D-ADDC-0CF0-17BBB87134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169520" y="1789370"/>
              <a:ext cx="0" cy="4306630"/>
            </a:xfrm>
            <a:prstGeom prst="line">
              <a:avLst/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4AF99187-BE28-C81F-EA56-8957737772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09625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35478E8A-36EE-8724-98C3-ECE0890E214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84151" y="1789370"/>
              <a:ext cx="0" cy="43066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31E4EC6-EED5-EC9E-9D4F-5BD2C0A8DC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958677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28019A6-2DFC-C77E-F2DF-7BE502335A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845940" y="1789370"/>
              <a:ext cx="0" cy="43066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01FF8F9-8918-3147-C4EE-461683A9DDA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733203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AE270EA-631F-8748-1FCB-86D526E1AD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507729" y="1789370"/>
              <a:ext cx="0" cy="43066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388578F-4D84-40FF-2572-63D8147A057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4992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97CDEE8-0937-D6AB-0C03-15C6FD2A711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282255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B3A1DA3-5DAF-BA8D-DD9C-EB507671F7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054493" y="1789370"/>
              <a:ext cx="0" cy="4306630"/>
            </a:xfrm>
            <a:prstGeom prst="line">
              <a:avLst/>
            </a:prstGeom>
            <a:ln w="127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E2EE8E2-E88D-5BFA-D408-83E483EAE3B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22362" y="1523893"/>
            <a:ext cx="887263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EBA2F3F2-B054-F8FC-A2A8-95F19026597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408187" y="1523893"/>
            <a:ext cx="887263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21BC263-5CE3-D78E-1003-38BC4716402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297187" y="1523893"/>
            <a:ext cx="887263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F903EA4-1C51-04FA-37FA-6E463F4F52F0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183012" y="1523893"/>
            <a:ext cx="887263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3E096F5E-4B28-2D5E-E48C-65F565AE659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068837" y="1523893"/>
            <a:ext cx="887263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CA2E1E9A-12D5-FA5C-1D65-9CD60C1AB737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57837" y="1523893"/>
            <a:ext cx="887263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1F4FF262-E20B-EA77-34F6-5887BFB92F56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5840487" y="1523893"/>
            <a:ext cx="887263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C24FC41B-1C34-46BB-1C0F-C042B4498CFA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729487" y="1523893"/>
            <a:ext cx="887263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302353F-F15E-AC69-F72F-2049AB3442C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618487" y="1523893"/>
            <a:ext cx="887263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F8295A32-0372-3DD4-D936-F303E4802B9E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504312" y="1523893"/>
            <a:ext cx="887263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F2C8CA0F-3C1D-2D53-980A-2A4682B2774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390137" y="1523893"/>
            <a:ext cx="887263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DC4B6823-EBFD-8EF9-A95F-BCE353E62454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0279137" y="1523893"/>
            <a:ext cx="887263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A4AF1142-0023-91CD-01DB-8A47179A65A6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1164962" y="1523893"/>
            <a:ext cx="887263" cy="208999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tx1"/>
                </a:solidFill>
                <a:latin typeface="+mj-lt"/>
                <a:ea typeface="Modern Era" panose="02000000000000000000" pitchFamily="50" charset="0"/>
                <a:cs typeface="Modern Era" panose="02000000000000000000" pitchFamily="50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 err="1"/>
              <a:t>Lorember</a:t>
            </a:r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727D594-D51F-3BDF-2BFC-43C0AAC1CB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8920" y="586570"/>
            <a:ext cx="5074404" cy="7680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Font typeface="Modern Era" panose="02000000000000000000" pitchFamily="50" charset="0"/>
              <a:buNone/>
              <a:defRPr sz="1200">
                <a:solidFill>
                  <a:schemeClr val="tx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In general we want to keep slides clean and concise.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magna. 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983AF445-7F9D-87F9-96EF-FB8F87883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617" y="588262"/>
            <a:ext cx="5305316" cy="7680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FCD8C74-FF34-D00B-9A1D-771E8CEE874F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15506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9564649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- Line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2">
            <a:extLst>
              <a:ext uri="{FF2B5EF4-FFF2-40B4-BE49-F238E27FC236}">
                <a16:creationId xmlns:a16="http://schemas.microsoft.com/office/drawing/2014/main" id="{945FA29B-D976-982B-85BE-06618B56FC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167716" y="6426437"/>
            <a:ext cx="505608" cy="182181"/>
          </a:xfrm>
        </p:spPr>
        <p:txBody>
          <a:bodyPr/>
          <a:lstStyle/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1">
            <a:extLst>
              <a:ext uri="{FF2B5EF4-FFF2-40B4-BE49-F238E27FC236}">
                <a16:creationId xmlns:a16="http://schemas.microsoft.com/office/drawing/2014/main" id="{88C7D983-31A5-965A-A809-F2C15A10A0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6800" y="6505274"/>
            <a:ext cx="5076117" cy="116044"/>
          </a:xfrm>
        </p:spPr>
        <p:txBody>
          <a:bodyPr/>
          <a:lstStyle/>
          <a:p>
            <a:r>
              <a:rPr lang="en-US"/>
              <a:t>Intellectual property of Horizontal Digital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727D594-D51F-3BDF-2BFC-43C0AAC1CB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8920" y="586570"/>
            <a:ext cx="5074404" cy="76809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buFont typeface="Modern Era" panose="02000000000000000000" pitchFamily="50" charset="0"/>
              <a:buNone/>
              <a:defRPr sz="1200">
                <a:solidFill>
                  <a:schemeClr val="tx1"/>
                </a:solidFill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In general we want to keep slides clean and concise.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magna. 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983AF445-7F9D-87F9-96EF-FB8F87883D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617" y="588262"/>
            <a:ext cx="5305316" cy="7680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FCD8C74-FF34-D00B-9A1D-771E8CEE874F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5315506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1F9D81C-E21C-CD06-2941-02D242C79FA1}"/>
              </a:ext>
            </a:extLst>
          </p:cNvPr>
          <p:cNvCxnSpPr>
            <a:cxnSpLocks/>
          </p:cNvCxnSpPr>
          <p:nvPr userDrawn="1"/>
        </p:nvCxnSpPr>
        <p:spPr>
          <a:xfrm flipH="1">
            <a:off x="525616" y="3936873"/>
            <a:ext cx="11666384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04409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Mobi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4B49E3-20B9-4767-51B4-9FBEB27B7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4611AA0-C1D1-9A6E-D080-7B9DD2D6FE2D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525464" y="1767736"/>
            <a:ext cx="4800680" cy="4332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56F5C275-40EC-F365-B28B-90C350382B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619256"/>
            <a:ext cx="4800681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BD64A0B-A069-8E95-7CD4-97738B1F47C2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4800528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D794A5B1-CA7F-5E0A-195B-EE7FBE7C2B2A}"/>
              </a:ext>
            </a:extLst>
          </p:cNvPr>
          <p:cNvSpPr>
            <a:spLocks noGrp="1"/>
          </p:cNvSpPr>
          <p:nvPr>
            <p:ph sz="quarter" idx="63" hasCustomPrompt="1"/>
          </p:nvPr>
        </p:nvSpPr>
        <p:spPr>
          <a:xfrm>
            <a:off x="7471098" y="758825"/>
            <a:ext cx="2627312" cy="534035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2482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Mobil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E03067-B18F-D822-145F-FF1C996E0551}"/>
              </a:ext>
            </a:extLst>
          </p:cNvPr>
          <p:cNvSpPr/>
          <p:nvPr userDrawn="1"/>
        </p:nvSpPr>
        <p:spPr>
          <a:xfrm>
            <a:off x="5842918" y="514520"/>
            <a:ext cx="5830406" cy="5829719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5A037E8-F9D4-ABF0-DFDF-D7B5CF630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D09AD4A-174B-15A8-411E-761A6AD1E89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525464" y="1767736"/>
            <a:ext cx="4800680" cy="4332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2B2E758-F467-41C8-1871-709C6F3C39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619256"/>
            <a:ext cx="4800681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8925D5A-F461-7B3E-E2EA-DEF11C8709CE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4800528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A25F9D0-312B-E005-0176-EE2DDA6CB0D0}"/>
              </a:ext>
            </a:extLst>
          </p:cNvPr>
          <p:cNvSpPr>
            <a:spLocks noGrp="1"/>
          </p:cNvSpPr>
          <p:nvPr>
            <p:ph sz="quarter" idx="63" hasCustomPrompt="1"/>
          </p:nvPr>
        </p:nvSpPr>
        <p:spPr>
          <a:xfrm>
            <a:off x="7444465" y="758825"/>
            <a:ext cx="2627312" cy="534035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8780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Mobile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01F364-7360-C957-7D58-96AB1F551CCC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5842916" y="513760"/>
            <a:ext cx="5823619" cy="582971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5A037E8-F9D4-ABF0-DFDF-D7B5CF630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D09AD4A-174B-15A8-411E-761A6AD1E89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525464" y="1767736"/>
            <a:ext cx="4800680" cy="4332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2B2E758-F467-41C8-1871-709C6F3C39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619256"/>
            <a:ext cx="4800681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8925D5A-F461-7B3E-E2EA-DEF11C8709CE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4800528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FB2EE4CB-2877-553B-BEB5-7F6FAA4959FE}"/>
              </a:ext>
            </a:extLst>
          </p:cNvPr>
          <p:cNvSpPr>
            <a:spLocks noGrp="1"/>
          </p:cNvSpPr>
          <p:nvPr>
            <p:ph sz="quarter" idx="64" hasCustomPrompt="1"/>
          </p:nvPr>
        </p:nvSpPr>
        <p:spPr>
          <a:xfrm>
            <a:off x="7441069" y="758444"/>
            <a:ext cx="2627312" cy="534035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6712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Multi scree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6147847A-B282-2280-AFD1-B2D1AB4944E5}"/>
              </a:ext>
            </a:extLst>
          </p:cNvPr>
          <p:cNvSpPr>
            <a:spLocks noGrp="1"/>
          </p:cNvSpPr>
          <p:nvPr>
            <p:ph sz="quarter" idx="69" hasCustomPrompt="1"/>
          </p:nvPr>
        </p:nvSpPr>
        <p:spPr>
          <a:xfrm>
            <a:off x="6377547" y="-898285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AC09473A-B33C-C30F-8B09-13E03FCE910E}"/>
              </a:ext>
            </a:extLst>
          </p:cNvPr>
          <p:cNvSpPr>
            <a:spLocks noGrp="1"/>
          </p:cNvSpPr>
          <p:nvPr>
            <p:ph sz="quarter" idx="70" hasCustomPrompt="1"/>
          </p:nvPr>
        </p:nvSpPr>
        <p:spPr>
          <a:xfrm>
            <a:off x="6377547" y="3429000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467104C5-EC2B-10D6-2920-3378D1C5B3FB}"/>
              </a:ext>
            </a:extLst>
          </p:cNvPr>
          <p:cNvSpPr>
            <a:spLocks noGrp="1"/>
          </p:cNvSpPr>
          <p:nvPr>
            <p:ph sz="quarter" idx="71" hasCustomPrompt="1"/>
          </p:nvPr>
        </p:nvSpPr>
        <p:spPr>
          <a:xfrm>
            <a:off x="8635439" y="-3090226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0DA8F028-8EF3-81B5-A113-76F029BDC2E9}"/>
              </a:ext>
            </a:extLst>
          </p:cNvPr>
          <p:cNvSpPr>
            <a:spLocks noGrp="1"/>
          </p:cNvSpPr>
          <p:nvPr>
            <p:ph sz="quarter" idx="72" hasCustomPrompt="1"/>
          </p:nvPr>
        </p:nvSpPr>
        <p:spPr>
          <a:xfrm>
            <a:off x="8635439" y="1227250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9" name="Content Placeholder 9">
            <a:extLst>
              <a:ext uri="{FF2B5EF4-FFF2-40B4-BE49-F238E27FC236}">
                <a16:creationId xmlns:a16="http://schemas.microsoft.com/office/drawing/2014/main" id="{3F678794-DA37-267E-6067-BBC35A8D36BD}"/>
              </a:ext>
            </a:extLst>
          </p:cNvPr>
          <p:cNvSpPr>
            <a:spLocks noGrp="1"/>
          </p:cNvSpPr>
          <p:nvPr>
            <p:ph sz="quarter" idx="74" hasCustomPrompt="1"/>
          </p:nvPr>
        </p:nvSpPr>
        <p:spPr>
          <a:xfrm>
            <a:off x="8635439" y="5544726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850CF8C6-0B14-60C6-89A5-C792EF1617F5}"/>
              </a:ext>
            </a:extLst>
          </p:cNvPr>
          <p:cNvSpPr>
            <a:spLocks noGrp="1"/>
          </p:cNvSpPr>
          <p:nvPr>
            <p:ph sz="quarter" idx="75" hasCustomPrompt="1"/>
          </p:nvPr>
        </p:nvSpPr>
        <p:spPr>
          <a:xfrm>
            <a:off x="10925810" y="-898285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72EA6BB1-0850-AB16-95A8-13EA87267169}"/>
              </a:ext>
            </a:extLst>
          </p:cNvPr>
          <p:cNvSpPr>
            <a:spLocks noGrp="1"/>
          </p:cNvSpPr>
          <p:nvPr>
            <p:ph sz="quarter" idx="76" hasCustomPrompt="1"/>
          </p:nvPr>
        </p:nvSpPr>
        <p:spPr>
          <a:xfrm>
            <a:off x="10925810" y="3429000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1B86EEDA-B49F-9566-9705-87D9CB024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79277E-8FC1-1968-E159-6BCE01D9D1BD}"/>
              </a:ext>
            </a:extLst>
          </p:cNvPr>
          <p:cNvSpPr txBox="1"/>
          <p:nvPr userDrawn="1"/>
        </p:nvSpPr>
        <p:spPr>
          <a:xfrm>
            <a:off x="11052810" y="3086100"/>
            <a:ext cx="0" cy="0"/>
          </a:xfrm>
          <a:prstGeom prst="rect">
            <a:avLst/>
          </a:prstGeom>
          <a:solidFill>
            <a:schemeClr val="bg2"/>
          </a:solidFill>
        </p:spPr>
        <p:txBody>
          <a:bodyPr wrap="none" rtlCol="0" anchor="ctr">
            <a:noAutofit/>
          </a:bodyPr>
          <a:lstStyle/>
          <a:p>
            <a:pPr marL="0" indent="0" algn="ctr">
              <a:buFont typeface="Modern Era" panose="02000000000000000000" pitchFamily="50" charset="0"/>
              <a:buNone/>
            </a:pPr>
            <a:endParaRPr lang="en-US" sz="140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3676215-3EAA-6B37-8D95-D3F74498331C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525464" y="1767736"/>
            <a:ext cx="4800680" cy="4332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734E1181-0B35-6B5F-1B39-BEF575C47B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619256"/>
            <a:ext cx="4800681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005E1F-C142-514B-C805-F9BD28F2929C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4800528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4605016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Multi screens ang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234A4108-EA2F-E2C5-F7A0-E5B975A7A773}"/>
              </a:ext>
            </a:extLst>
          </p:cNvPr>
          <p:cNvSpPr>
            <a:spLocks noGrp="1"/>
          </p:cNvSpPr>
          <p:nvPr>
            <p:ph sz="quarter" idx="69" hasCustomPrompt="1"/>
          </p:nvPr>
        </p:nvSpPr>
        <p:spPr>
          <a:xfrm rot="19800000">
            <a:off x="6754642" y="-230574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201AC6FC-CAB5-01E0-1E7C-5C7DD0101F51}"/>
              </a:ext>
            </a:extLst>
          </p:cNvPr>
          <p:cNvSpPr>
            <a:spLocks noGrp="1"/>
          </p:cNvSpPr>
          <p:nvPr>
            <p:ph sz="quarter" idx="70" hasCustomPrompt="1"/>
          </p:nvPr>
        </p:nvSpPr>
        <p:spPr>
          <a:xfrm rot="19800000">
            <a:off x="9884234" y="695501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FC8817-5291-D9CC-C5A3-2BCBAC5BDB78}"/>
              </a:ext>
            </a:extLst>
          </p:cNvPr>
          <p:cNvSpPr>
            <a:spLocks noGrp="1"/>
          </p:cNvSpPr>
          <p:nvPr>
            <p:ph sz="quarter" idx="71" hasCustomPrompt="1"/>
          </p:nvPr>
        </p:nvSpPr>
        <p:spPr>
          <a:xfrm rot="19800000">
            <a:off x="6547253" y="3879511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8545AFB4-3434-B1BF-BEBF-BC5926378731}"/>
              </a:ext>
            </a:extLst>
          </p:cNvPr>
          <p:cNvSpPr>
            <a:spLocks noGrp="1"/>
          </p:cNvSpPr>
          <p:nvPr>
            <p:ph sz="quarter" idx="72" hasCustomPrompt="1"/>
          </p:nvPr>
        </p:nvSpPr>
        <p:spPr>
          <a:xfrm rot="19800000">
            <a:off x="8941661" y="3502439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F9870468-D51A-8AAA-52E6-EFAD5E30B9F9}"/>
              </a:ext>
            </a:extLst>
          </p:cNvPr>
          <p:cNvSpPr>
            <a:spLocks noGrp="1"/>
          </p:cNvSpPr>
          <p:nvPr>
            <p:ph sz="quarter" idx="73" hasCustomPrompt="1"/>
          </p:nvPr>
        </p:nvSpPr>
        <p:spPr>
          <a:xfrm rot="19800000">
            <a:off x="12071253" y="4392508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495C2E-E4DC-4118-4546-26A3CE4A0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78AAF05-60FC-D46E-C726-185B223384A4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525464" y="1767736"/>
            <a:ext cx="4800680" cy="4332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EA5F9C3-1B79-F7DE-DC72-3F5D154D9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619256"/>
            <a:ext cx="4800681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79277E-8FC1-1968-E159-6BCE01D9D1BD}"/>
              </a:ext>
            </a:extLst>
          </p:cNvPr>
          <p:cNvSpPr txBox="1"/>
          <p:nvPr userDrawn="1"/>
        </p:nvSpPr>
        <p:spPr>
          <a:xfrm>
            <a:off x="11052810" y="3086100"/>
            <a:ext cx="0" cy="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0" indent="0" algn="ctr">
              <a:buFont typeface="Modern Era" panose="02000000000000000000" pitchFamily="50" charset="0"/>
              <a:buNone/>
            </a:pPr>
            <a:endParaRPr lang="en-US" sz="140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67166805-2CED-5CDD-4E2B-2E12B68890CF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4800528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8171836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Mobile - Four-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E0492F46-17F6-5D0C-4037-F648FCD6407E}"/>
              </a:ext>
            </a:extLst>
          </p:cNvPr>
          <p:cNvSpPr>
            <a:spLocks noGrp="1"/>
          </p:cNvSpPr>
          <p:nvPr>
            <p:ph sz="quarter" idx="65" hasCustomPrompt="1"/>
          </p:nvPr>
        </p:nvSpPr>
        <p:spPr>
          <a:xfrm>
            <a:off x="6439639" y="1526286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E52283-6CDF-1E3B-49AA-207EF57F8A66}"/>
              </a:ext>
            </a:extLst>
          </p:cNvPr>
          <p:cNvSpPr>
            <a:spLocks noGrp="1"/>
          </p:cNvSpPr>
          <p:nvPr>
            <p:ph sz="quarter" idx="66" hasCustomPrompt="1"/>
          </p:nvPr>
        </p:nvSpPr>
        <p:spPr>
          <a:xfrm>
            <a:off x="3729115" y="1526286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D3952E08-AEBC-169B-EC6D-D519EF8FDFA3}"/>
              </a:ext>
            </a:extLst>
          </p:cNvPr>
          <p:cNvSpPr>
            <a:spLocks noGrp="1"/>
          </p:cNvSpPr>
          <p:nvPr>
            <p:ph sz="quarter" idx="67" hasCustomPrompt="1"/>
          </p:nvPr>
        </p:nvSpPr>
        <p:spPr>
          <a:xfrm>
            <a:off x="1018934" y="1526286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D20768FD-BB0B-62F3-F315-513F9D0864FD}"/>
              </a:ext>
            </a:extLst>
          </p:cNvPr>
          <p:cNvSpPr>
            <a:spLocks noGrp="1"/>
          </p:cNvSpPr>
          <p:nvPr>
            <p:ph sz="quarter" idx="68" hasCustomPrompt="1"/>
          </p:nvPr>
        </p:nvSpPr>
        <p:spPr>
          <a:xfrm>
            <a:off x="9150506" y="1526286"/>
            <a:ext cx="2017210" cy="4100240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7BD4A14-2459-7056-2B41-0BC5B0209F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3ABEF37-B90E-DB8A-3F92-95807852B3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616" y="588262"/>
            <a:ext cx="7338223" cy="7680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F6746DD9-FC1D-B1FE-A156-3A821946652C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4800528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3258926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Mobile - Gri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7173E10D-0FB2-7A53-BB1C-302F38AA48F2}"/>
              </a:ext>
            </a:extLst>
          </p:cNvPr>
          <p:cNvSpPr>
            <a:spLocks noGrp="1"/>
          </p:cNvSpPr>
          <p:nvPr>
            <p:ph sz="quarter" idx="80" hasCustomPrompt="1"/>
          </p:nvPr>
        </p:nvSpPr>
        <p:spPr>
          <a:xfrm>
            <a:off x="5158840" y="-525697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D362F031-E65A-3F5D-5BF4-082686DFBE31}"/>
              </a:ext>
            </a:extLst>
          </p:cNvPr>
          <p:cNvSpPr>
            <a:spLocks noGrp="1"/>
          </p:cNvSpPr>
          <p:nvPr>
            <p:ph sz="quarter" idx="81" hasCustomPrompt="1"/>
          </p:nvPr>
        </p:nvSpPr>
        <p:spPr>
          <a:xfrm>
            <a:off x="5158840" y="3682746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5A15DE7C-12F6-A63C-EE37-9D0C8DA843CB}"/>
              </a:ext>
            </a:extLst>
          </p:cNvPr>
          <p:cNvSpPr>
            <a:spLocks noGrp="1"/>
          </p:cNvSpPr>
          <p:nvPr>
            <p:ph sz="quarter" idx="82" hasCustomPrompt="1"/>
          </p:nvPr>
        </p:nvSpPr>
        <p:spPr>
          <a:xfrm>
            <a:off x="7511277" y="-2829563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1E4D975C-C939-CFBE-4DD5-849EC835D38E}"/>
              </a:ext>
            </a:extLst>
          </p:cNvPr>
          <p:cNvSpPr>
            <a:spLocks noGrp="1"/>
          </p:cNvSpPr>
          <p:nvPr>
            <p:ph sz="quarter" idx="83" hasCustomPrompt="1"/>
          </p:nvPr>
        </p:nvSpPr>
        <p:spPr>
          <a:xfrm>
            <a:off x="7511277" y="1378880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24C3CE56-8C89-3952-E44D-2F0B45D766BA}"/>
              </a:ext>
            </a:extLst>
          </p:cNvPr>
          <p:cNvSpPr>
            <a:spLocks noGrp="1"/>
          </p:cNvSpPr>
          <p:nvPr>
            <p:ph sz="quarter" idx="84" hasCustomPrompt="1"/>
          </p:nvPr>
        </p:nvSpPr>
        <p:spPr>
          <a:xfrm>
            <a:off x="7511277" y="5587323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9" name="Content Placeholder 9">
            <a:extLst>
              <a:ext uri="{FF2B5EF4-FFF2-40B4-BE49-F238E27FC236}">
                <a16:creationId xmlns:a16="http://schemas.microsoft.com/office/drawing/2014/main" id="{2216FA7E-E921-F0B1-1C01-9F38B31519A8}"/>
              </a:ext>
            </a:extLst>
          </p:cNvPr>
          <p:cNvSpPr>
            <a:spLocks noGrp="1"/>
          </p:cNvSpPr>
          <p:nvPr>
            <p:ph sz="quarter" idx="85" hasCustomPrompt="1"/>
          </p:nvPr>
        </p:nvSpPr>
        <p:spPr>
          <a:xfrm>
            <a:off x="9863712" y="-525697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A48BFBF1-523E-8635-528C-D216504489EA}"/>
              </a:ext>
            </a:extLst>
          </p:cNvPr>
          <p:cNvSpPr>
            <a:spLocks noGrp="1"/>
          </p:cNvSpPr>
          <p:nvPr>
            <p:ph sz="quarter" idx="86" hasCustomPrompt="1"/>
          </p:nvPr>
        </p:nvSpPr>
        <p:spPr>
          <a:xfrm>
            <a:off x="9863712" y="3682746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4513CF40-CFFC-A05C-D186-8AAE324F7A9D}"/>
              </a:ext>
            </a:extLst>
          </p:cNvPr>
          <p:cNvSpPr>
            <a:spLocks noGrp="1"/>
          </p:cNvSpPr>
          <p:nvPr>
            <p:ph sz="quarter" idx="76" hasCustomPrompt="1"/>
          </p:nvPr>
        </p:nvSpPr>
        <p:spPr>
          <a:xfrm>
            <a:off x="453966" y="-525697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1D320C33-9AD3-97E3-9D5B-ADC81641E90C}"/>
              </a:ext>
            </a:extLst>
          </p:cNvPr>
          <p:cNvSpPr>
            <a:spLocks noGrp="1"/>
          </p:cNvSpPr>
          <p:nvPr>
            <p:ph sz="quarter" idx="70" hasCustomPrompt="1"/>
          </p:nvPr>
        </p:nvSpPr>
        <p:spPr>
          <a:xfrm>
            <a:off x="453966" y="3682746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D3544F9F-9EE4-05EE-6ADD-2A91F34C5BA6}"/>
              </a:ext>
            </a:extLst>
          </p:cNvPr>
          <p:cNvSpPr>
            <a:spLocks noGrp="1"/>
          </p:cNvSpPr>
          <p:nvPr>
            <p:ph sz="quarter" idx="77" hasCustomPrompt="1"/>
          </p:nvPr>
        </p:nvSpPr>
        <p:spPr>
          <a:xfrm>
            <a:off x="2806403" y="-2829563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62206A87-E4E0-BE20-CBD2-A433B7B8FF6D}"/>
              </a:ext>
            </a:extLst>
          </p:cNvPr>
          <p:cNvSpPr>
            <a:spLocks noGrp="1"/>
          </p:cNvSpPr>
          <p:nvPr>
            <p:ph sz="quarter" idx="78" hasCustomPrompt="1"/>
          </p:nvPr>
        </p:nvSpPr>
        <p:spPr>
          <a:xfrm>
            <a:off x="2806403" y="1378880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794C5669-C334-C7B4-040C-C8449D2D145B}"/>
              </a:ext>
            </a:extLst>
          </p:cNvPr>
          <p:cNvSpPr>
            <a:spLocks noGrp="1"/>
          </p:cNvSpPr>
          <p:nvPr>
            <p:ph sz="quarter" idx="79" hasCustomPrompt="1"/>
          </p:nvPr>
        </p:nvSpPr>
        <p:spPr>
          <a:xfrm>
            <a:off x="2806403" y="5587323"/>
            <a:ext cx="1874322" cy="3809802"/>
          </a:xfrm>
          <a:prstGeom prst="roundRect">
            <a:avLst>
              <a:gd name="adj" fmla="val 12274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9064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Tabl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C8B7D8A3-F428-9CC0-D82A-2BCD3BCBAF97}"/>
              </a:ext>
            </a:extLst>
          </p:cNvPr>
          <p:cNvSpPr>
            <a:spLocks noGrp="1"/>
          </p:cNvSpPr>
          <p:nvPr>
            <p:ph sz="quarter" idx="69" hasCustomPrompt="1"/>
          </p:nvPr>
        </p:nvSpPr>
        <p:spPr>
          <a:xfrm>
            <a:off x="6488374" y="1640628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FE68A67F-24F9-8055-8023-E2A5889638E6}"/>
              </a:ext>
            </a:extLst>
          </p:cNvPr>
          <p:cNvSpPr>
            <a:spLocks noGrp="1"/>
          </p:cNvSpPr>
          <p:nvPr>
            <p:ph sz="quarter" idx="78" hasCustomPrompt="1"/>
          </p:nvPr>
        </p:nvSpPr>
        <p:spPr>
          <a:xfrm>
            <a:off x="6488374" y="-2249533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DDBDCC30-3087-9900-A122-1AC2F992F613}"/>
              </a:ext>
            </a:extLst>
          </p:cNvPr>
          <p:cNvSpPr>
            <a:spLocks noGrp="1"/>
          </p:cNvSpPr>
          <p:nvPr>
            <p:ph sz="quarter" idx="79" hasCustomPrompt="1"/>
          </p:nvPr>
        </p:nvSpPr>
        <p:spPr>
          <a:xfrm>
            <a:off x="6488374" y="5530789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5CF83A7-4FF0-ABD3-5A12-B1489C710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D957215-AFC6-9FB9-F835-E0B0744B65B1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525464" y="1767736"/>
            <a:ext cx="4800680" cy="4332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C915BD3-60F7-8479-7981-51A8D145C1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463" y="619256"/>
            <a:ext cx="4800681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2400"/>
            </a:lvl1pPr>
          </a:lstStyle>
          <a:p>
            <a:r>
              <a:rPr lang="en-US"/>
              <a:t>Try to keep headlines brief and punchy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C40B87D-097A-15E9-D710-AE1F7F4B7680}"/>
              </a:ext>
            </a:extLst>
          </p:cNvPr>
          <p:cNvSpPr>
            <a:spLocks noGrp="1"/>
          </p:cNvSpPr>
          <p:nvPr>
            <p:ph type="body" idx="60" hasCustomPrompt="1"/>
          </p:nvPr>
        </p:nvSpPr>
        <p:spPr>
          <a:xfrm>
            <a:off x="525616" y="257344"/>
            <a:ext cx="4800528" cy="20899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00" b="0" i="0" cap="all" spc="200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3172335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 - Tablet - Gri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221008CF-B916-4AFE-919A-72A016A566AF}"/>
              </a:ext>
            </a:extLst>
          </p:cNvPr>
          <p:cNvSpPr>
            <a:spLocks noGrp="1"/>
          </p:cNvSpPr>
          <p:nvPr>
            <p:ph sz="quarter" idx="84" hasCustomPrompt="1"/>
          </p:nvPr>
        </p:nvSpPr>
        <p:spPr>
          <a:xfrm>
            <a:off x="9036066" y="3778189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17B7C062-1945-441B-A9E4-DAF4D54E951A}"/>
              </a:ext>
            </a:extLst>
          </p:cNvPr>
          <p:cNvSpPr>
            <a:spLocks noGrp="1"/>
          </p:cNvSpPr>
          <p:nvPr>
            <p:ph sz="quarter" idx="85" hasCustomPrompt="1"/>
          </p:nvPr>
        </p:nvSpPr>
        <p:spPr>
          <a:xfrm>
            <a:off x="9036066" y="-111972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C7B278DE-62BF-F1B5-4157-EC97D95F0E71}"/>
              </a:ext>
            </a:extLst>
          </p:cNvPr>
          <p:cNvSpPr>
            <a:spLocks noGrp="1"/>
          </p:cNvSpPr>
          <p:nvPr>
            <p:ph sz="quarter" idx="86" hasCustomPrompt="1"/>
          </p:nvPr>
        </p:nvSpPr>
        <p:spPr>
          <a:xfrm>
            <a:off x="-2028293" y="3411114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047A3072-1F63-5CF2-CD96-5B97D332BB2B}"/>
              </a:ext>
            </a:extLst>
          </p:cNvPr>
          <p:cNvSpPr>
            <a:spLocks noGrp="1"/>
          </p:cNvSpPr>
          <p:nvPr>
            <p:ph sz="quarter" idx="87" hasCustomPrompt="1"/>
          </p:nvPr>
        </p:nvSpPr>
        <p:spPr>
          <a:xfrm>
            <a:off x="-2028293" y="-479047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FBD8D0FF-701A-A30C-8334-565B37D95D1F}"/>
              </a:ext>
            </a:extLst>
          </p:cNvPr>
          <p:cNvSpPr>
            <a:spLocks noGrp="1"/>
          </p:cNvSpPr>
          <p:nvPr>
            <p:ph sz="quarter" idx="69" hasCustomPrompt="1"/>
          </p:nvPr>
        </p:nvSpPr>
        <p:spPr>
          <a:xfrm>
            <a:off x="3506920" y="1640628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510CE86-53BD-6271-9FBC-569F116151AA}"/>
              </a:ext>
            </a:extLst>
          </p:cNvPr>
          <p:cNvSpPr>
            <a:spLocks noGrp="1"/>
          </p:cNvSpPr>
          <p:nvPr>
            <p:ph sz="quarter" idx="82" hasCustomPrompt="1"/>
          </p:nvPr>
        </p:nvSpPr>
        <p:spPr>
          <a:xfrm>
            <a:off x="3506920" y="-2249533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E7733E61-60D1-2E5B-07D1-CD199A30DE19}"/>
              </a:ext>
            </a:extLst>
          </p:cNvPr>
          <p:cNvSpPr>
            <a:spLocks noGrp="1"/>
          </p:cNvSpPr>
          <p:nvPr>
            <p:ph sz="quarter" idx="83" hasCustomPrompt="1"/>
          </p:nvPr>
        </p:nvSpPr>
        <p:spPr>
          <a:xfrm>
            <a:off x="3506920" y="5530789"/>
            <a:ext cx="5178161" cy="3540972"/>
          </a:xfrm>
          <a:prstGeom prst="roundRect">
            <a:avLst>
              <a:gd name="adj" fmla="val 2826"/>
            </a:avLst>
          </a:prstGeom>
          <a:solidFill>
            <a:schemeClr val="bg2"/>
          </a:solidFill>
          <a:ln w="19050"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355600" dist="228600" dir="2340000" algn="ctr" rotWithShape="0">
              <a:srgbClr val="000000">
                <a:alpha val="22000"/>
              </a:srgbClr>
            </a:outerShdw>
          </a:effectLst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en-US"/>
              <a:t>Click to add image or video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01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Intr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2D1FA6-6E8E-EEEE-74F2-CB53BC539B62}"/>
              </a:ext>
            </a:extLst>
          </p:cNvPr>
          <p:cNvSpPr>
            <a:spLocks noGrp="1"/>
          </p:cNvSpPr>
          <p:nvPr>
            <p:ph type="body" idx="104" hasCustomPrompt="1"/>
          </p:nvPr>
        </p:nvSpPr>
        <p:spPr>
          <a:xfrm>
            <a:off x="3311320" y="4513557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971BB41-9DA1-F4E5-83A1-AF1CB5642CE3}"/>
              </a:ext>
            </a:extLst>
          </p:cNvPr>
          <p:cNvSpPr>
            <a:spLocks noGrp="1"/>
          </p:cNvSpPr>
          <p:nvPr>
            <p:ph type="body" idx="105" hasCustomPrompt="1"/>
          </p:nvPr>
        </p:nvSpPr>
        <p:spPr>
          <a:xfrm>
            <a:off x="3311320" y="4227492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B65C39DB-2FF1-3C91-9419-B4736605B9C2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3311320" y="2301676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2B05DE7-6671-E7E6-699D-743A18964711}"/>
              </a:ext>
            </a:extLst>
          </p:cNvPr>
          <p:cNvSpPr>
            <a:spLocks noGrp="1"/>
          </p:cNvSpPr>
          <p:nvPr>
            <p:ph type="body" idx="107" hasCustomPrompt="1"/>
          </p:nvPr>
        </p:nvSpPr>
        <p:spPr>
          <a:xfrm>
            <a:off x="6096083" y="4513557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E01C856-EC5A-973C-50B7-FD7175BA7C70}"/>
              </a:ext>
            </a:extLst>
          </p:cNvPr>
          <p:cNvSpPr>
            <a:spLocks noGrp="1"/>
          </p:cNvSpPr>
          <p:nvPr>
            <p:ph type="body" idx="108" hasCustomPrompt="1"/>
          </p:nvPr>
        </p:nvSpPr>
        <p:spPr>
          <a:xfrm>
            <a:off x="6096083" y="4227492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5E451BB7-5DF2-7FEE-FDDE-64582841C75A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6096083" y="2301676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EEAEB0B-80BF-2EE9-2518-5309AD809232}"/>
              </a:ext>
            </a:extLst>
          </p:cNvPr>
          <p:cNvSpPr>
            <a:spLocks noGrp="1"/>
          </p:cNvSpPr>
          <p:nvPr>
            <p:ph type="body" idx="110" hasCustomPrompt="1"/>
          </p:nvPr>
        </p:nvSpPr>
        <p:spPr>
          <a:xfrm>
            <a:off x="8880847" y="4513557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26D432D-637E-4EFD-63AB-61ACDDF46431}"/>
              </a:ext>
            </a:extLst>
          </p:cNvPr>
          <p:cNvSpPr>
            <a:spLocks noGrp="1"/>
          </p:cNvSpPr>
          <p:nvPr>
            <p:ph type="body" idx="111" hasCustomPrompt="1"/>
          </p:nvPr>
        </p:nvSpPr>
        <p:spPr>
          <a:xfrm>
            <a:off x="8880847" y="4227492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CDC8188-8B54-0573-F3BE-F974C24591AE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8880847" y="2301676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BF54D-BA50-0D60-61AE-8EB1D29E73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67" y="2301676"/>
            <a:ext cx="2529986" cy="1519750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4800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Hello again</a:t>
            </a:r>
          </a:p>
        </p:txBody>
      </p:sp>
    </p:spTree>
    <p:extLst>
      <p:ext uri="{BB962C8B-B14F-4D97-AF65-F5344CB8AC3E}">
        <p14:creationId xmlns:p14="http://schemas.microsoft.com/office/powerpoint/2010/main" val="64413398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Intro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37B5C-01C4-12D1-2AFA-8ED9676CA758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26557" y="4513557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9E8B85B-A2E7-21EA-997D-8288C301268F}"/>
              </a:ext>
            </a:extLst>
          </p:cNvPr>
          <p:cNvSpPr>
            <a:spLocks noGrp="1"/>
          </p:cNvSpPr>
          <p:nvPr>
            <p:ph type="body" idx="102" hasCustomPrompt="1"/>
          </p:nvPr>
        </p:nvSpPr>
        <p:spPr>
          <a:xfrm>
            <a:off x="526557" y="4227492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6AA7B85C-A1F2-0D5B-AE46-45420DF4FCD5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526557" y="2301676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2D1FA6-6E8E-EEEE-74F2-CB53BC539B62}"/>
              </a:ext>
            </a:extLst>
          </p:cNvPr>
          <p:cNvSpPr>
            <a:spLocks noGrp="1"/>
          </p:cNvSpPr>
          <p:nvPr>
            <p:ph type="body" idx="104" hasCustomPrompt="1"/>
          </p:nvPr>
        </p:nvSpPr>
        <p:spPr>
          <a:xfrm>
            <a:off x="3311320" y="4513557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971BB41-9DA1-F4E5-83A1-AF1CB5642CE3}"/>
              </a:ext>
            </a:extLst>
          </p:cNvPr>
          <p:cNvSpPr>
            <a:spLocks noGrp="1"/>
          </p:cNvSpPr>
          <p:nvPr>
            <p:ph type="body" idx="105" hasCustomPrompt="1"/>
          </p:nvPr>
        </p:nvSpPr>
        <p:spPr>
          <a:xfrm>
            <a:off x="3311320" y="4227492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B65C39DB-2FF1-3C91-9419-B4736605B9C2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3311320" y="2301676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2B05DE7-6671-E7E6-699D-743A18964711}"/>
              </a:ext>
            </a:extLst>
          </p:cNvPr>
          <p:cNvSpPr>
            <a:spLocks noGrp="1"/>
          </p:cNvSpPr>
          <p:nvPr>
            <p:ph type="body" idx="107" hasCustomPrompt="1"/>
          </p:nvPr>
        </p:nvSpPr>
        <p:spPr>
          <a:xfrm>
            <a:off x="6096083" y="4513557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E01C856-EC5A-973C-50B7-FD7175BA7C70}"/>
              </a:ext>
            </a:extLst>
          </p:cNvPr>
          <p:cNvSpPr>
            <a:spLocks noGrp="1"/>
          </p:cNvSpPr>
          <p:nvPr>
            <p:ph type="body" idx="108" hasCustomPrompt="1"/>
          </p:nvPr>
        </p:nvSpPr>
        <p:spPr>
          <a:xfrm>
            <a:off x="6096083" y="4227492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5E451BB7-5DF2-7FEE-FDDE-64582841C75A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6096083" y="2301676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EEAEB0B-80BF-2EE9-2518-5309AD809232}"/>
              </a:ext>
            </a:extLst>
          </p:cNvPr>
          <p:cNvSpPr>
            <a:spLocks noGrp="1"/>
          </p:cNvSpPr>
          <p:nvPr>
            <p:ph type="body" idx="110" hasCustomPrompt="1"/>
          </p:nvPr>
        </p:nvSpPr>
        <p:spPr>
          <a:xfrm>
            <a:off x="8880847" y="4513557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26D432D-637E-4EFD-63AB-61ACDDF46431}"/>
              </a:ext>
            </a:extLst>
          </p:cNvPr>
          <p:cNvSpPr>
            <a:spLocks noGrp="1"/>
          </p:cNvSpPr>
          <p:nvPr>
            <p:ph type="body" idx="111" hasCustomPrompt="1"/>
          </p:nvPr>
        </p:nvSpPr>
        <p:spPr>
          <a:xfrm>
            <a:off x="8880847" y="4227492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2CDC8188-8B54-0573-F3BE-F974C24591AE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8880847" y="2301676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BF54D-BA50-0D60-61AE-8EB1D29E73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67" y="518601"/>
            <a:ext cx="2529986" cy="1519750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4800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Hello again</a:t>
            </a:r>
          </a:p>
        </p:txBody>
      </p:sp>
    </p:spTree>
    <p:extLst>
      <p:ext uri="{BB962C8B-B14F-4D97-AF65-F5344CB8AC3E}">
        <p14:creationId xmlns:p14="http://schemas.microsoft.com/office/powerpoint/2010/main" val="52454522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Intro 5-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3F8F218B-625B-FD37-0D79-D80CA7D263C6}"/>
              </a:ext>
            </a:extLst>
          </p:cNvPr>
          <p:cNvSpPr>
            <a:spLocks noGrp="1"/>
          </p:cNvSpPr>
          <p:nvPr>
            <p:ph type="body" idx="92" hasCustomPrompt="1"/>
          </p:nvPr>
        </p:nvSpPr>
        <p:spPr>
          <a:xfrm>
            <a:off x="3311320" y="2737138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939551AB-5255-7104-D3CC-327DA32CB496}"/>
              </a:ext>
            </a:extLst>
          </p:cNvPr>
          <p:cNvSpPr>
            <a:spLocks noGrp="1"/>
          </p:cNvSpPr>
          <p:nvPr>
            <p:ph type="body" idx="93" hasCustomPrompt="1"/>
          </p:nvPr>
        </p:nvSpPr>
        <p:spPr>
          <a:xfrm>
            <a:off x="3311320" y="2451073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5" name="Picture Placeholder 12">
            <a:extLst>
              <a:ext uri="{FF2B5EF4-FFF2-40B4-BE49-F238E27FC236}">
                <a16:creationId xmlns:a16="http://schemas.microsoft.com/office/drawing/2014/main" id="{2268E585-5ADD-AEDF-CABB-CDF99E25CF2B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3311320" y="525257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369769B3-2E1A-DB55-76F4-CE4CD58794DF}"/>
              </a:ext>
            </a:extLst>
          </p:cNvPr>
          <p:cNvSpPr>
            <a:spLocks noGrp="1"/>
          </p:cNvSpPr>
          <p:nvPr>
            <p:ph type="body" idx="95" hasCustomPrompt="1"/>
          </p:nvPr>
        </p:nvSpPr>
        <p:spPr>
          <a:xfrm>
            <a:off x="6096083" y="2737138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604C0163-8AEC-6AA4-1402-26FE906CD2DD}"/>
              </a:ext>
            </a:extLst>
          </p:cNvPr>
          <p:cNvSpPr>
            <a:spLocks noGrp="1"/>
          </p:cNvSpPr>
          <p:nvPr>
            <p:ph type="body" idx="96" hasCustomPrompt="1"/>
          </p:nvPr>
        </p:nvSpPr>
        <p:spPr>
          <a:xfrm>
            <a:off x="6096083" y="2451073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CD037187-8E9D-6030-5E07-9DFD58270ABE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6096083" y="525257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BE7259B7-535C-5147-C34B-94670A4735DD}"/>
              </a:ext>
            </a:extLst>
          </p:cNvPr>
          <p:cNvSpPr>
            <a:spLocks noGrp="1"/>
          </p:cNvSpPr>
          <p:nvPr>
            <p:ph type="body" idx="98" hasCustomPrompt="1"/>
          </p:nvPr>
        </p:nvSpPr>
        <p:spPr>
          <a:xfrm>
            <a:off x="8880847" y="2737138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3D589080-D3B5-9AA6-2E77-8C740BF386C6}"/>
              </a:ext>
            </a:extLst>
          </p:cNvPr>
          <p:cNvSpPr>
            <a:spLocks noGrp="1"/>
          </p:cNvSpPr>
          <p:nvPr>
            <p:ph type="body" idx="99" hasCustomPrompt="1"/>
          </p:nvPr>
        </p:nvSpPr>
        <p:spPr>
          <a:xfrm>
            <a:off x="8880847" y="2451073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1" name="Picture Placeholder 12">
            <a:extLst>
              <a:ext uri="{FF2B5EF4-FFF2-40B4-BE49-F238E27FC236}">
                <a16:creationId xmlns:a16="http://schemas.microsoft.com/office/drawing/2014/main" id="{1B9046C0-3F9D-2AFA-4B98-C535851A41B4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>
            <a:off x="8880847" y="525257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576E6196-BCCF-2D27-0F83-5620D03019CC}"/>
              </a:ext>
            </a:extLst>
          </p:cNvPr>
          <p:cNvSpPr>
            <a:spLocks noGrp="1"/>
          </p:cNvSpPr>
          <p:nvPr>
            <p:ph type="body" idx="104" hasCustomPrompt="1"/>
          </p:nvPr>
        </p:nvSpPr>
        <p:spPr>
          <a:xfrm>
            <a:off x="3311320" y="5785404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5FE24CD2-DBF3-9FE7-26B7-5C325C81C428}"/>
              </a:ext>
            </a:extLst>
          </p:cNvPr>
          <p:cNvSpPr>
            <a:spLocks noGrp="1"/>
          </p:cNvSpPr>
          <p:nvPr>
            <p:ph type="body" idx="105" hasCustomPrompt="1"/>
          </p:nvPr>
        </p:nvSpPr>
        <p:spPr>
          <a:xfrm>
            <a:off x="3311320" y="5499339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7" name="Picture Placeholder 12">
            <a:extLst>
              <a:ext uri="{FF2B5EF4-FFF2-40B4-BE49-F238E27FC236}">
                <a16:creationId xmlns:a16="http://schemas.microsoft.com/office/drawing/2014/main" id="{D0D8AB83-DF69-6DB5-6F7A-1C0354486B99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3311320" y="3573523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13071DC1-D7B0-516D-BE26-032118E1F88D}"/>
              </a:ext>
            </a:extLst>
          </p:cNvPr>
          <p:cNvSpPr>
            <a:spLocks noGrp="1"/>
          </p:cNvSpPr>
          <p:nvPr>
            <p:ph type="body" idx="107" hasCustomPrompt="1"/>
          </p:nvPr>
        </p:nvSpPr>
        <p:spPr>
          <a:xfrm>
            <a:off x="6096083" y="5785404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C48B756-DF6E-23D0-5351-244E2958B4FF}"/>
              </a:ext>
            </a:extLst>
          </p:cNvPr>
          <p:cNvSpPr>
            <a:spLocks noGrp="1"/>
          </p:cNvSpPr>
          <p:nvPr>
            <p:ph type="body" idx="108" hasCustomPrompt="1"/>
          </p:nvPr>
        </p:nvSpPr>
        <p:spPr>
          <a:xfrm>
            <a:off x="6096083" y="5499339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Picture Placeholder 12">
            <a:extLst>
              <a:ext uri="{FF2B5EF4-FFF2-40B4-BE49-F238E27FC236}">
                <a16:creationId xmlns:a16="http://schemas.microsoft.com/office/drawing/2014/main" id="{AB09998A-D67C-8075-1042-7D1D78837828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6096083" y="3573523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7CA118EA-8380-046B-D9BD-D9A3A32375D5}"/>
              </a:ext>
            </a:extLst>
          </p:cNvPr>
          <p:cNvSpPr>
            <a:spLocks noGrp="1"/>
          </p:cNvSpPr>
          <p:nvPr>
            <p:ph type="body" idx="110" hasCustomPrompt="1"/>
          </p:nvPr>
        </p:nvSpPr>
        <p:spPr>
          <a:xfrm>
            <a:off x="8880847" y="5785404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89269C0-D7E1-5296-E7E0-E33222B9CBE2}"/>
              </a:ext>
            </a:extLst>
          </p:cNvPr>
          <p:cNvSpPr>
            <a:spLocks noGrp="1"/>
          </p:cNvSpPr>
          <p:nvPr>
            <p:ph type="body" idx="111" hasCustomPrompt="1"/>
          </p:nvPr>
        </p:nvSpPr>
        <p:spPr>
          <a:xfrm>
            <a:off x="8880847" y="5499339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3" name="Picture Placeholder 12">
            <a:extLst>
              <a:ext uri="{FF2B5EF4-FFF2-40B4-BE49-F238E27FC236}">
                <a16:creationId xmlns:a16="http://schemas.microsoft.com/office/drawing/2014/main" id="{33BA4FF6-2ACF-A02F-5E30-DBBAFB69EF23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8880847" y="3573523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BF54D-BA50-0D60-61AE-8EB1D29E73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67" y="518601"/>
            <a:ext cx="2529986" cy="1519750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4800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Hello again</a:t>
            </a:r>
          </a:p>
        </p:txBody>
      </p:sp>
    </p:spTree>
    <p:extLst>
      <p:ext uri="{BB962C8B-B14F-4D97-AF65-F5344CB8AC3E}">
        <p14:creationId xmlns:p14="http://schemas.microsoft.com/office/powerpoint/2010/main" val="315715121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Intro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3F8F218B-625B-FD37-0D79-D80CA7D263C6}"/>
              </a:ext>
            </a:extLst>
          </p:cNvPr>
          <p:cNvSpPr>
            <a:spLocks noGrp="1"/>
          </p:cNvSpPr>
          <p:nvPr>
            <p:ph type="body" idx="92" hasCustomPrompt="1"/>
          </p:nvPr>
        </p:nvSpPr>
        <p:spPr>
          <a:xfrm>
            <a:off x="3311320" y="2737138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939551AB-5255-7104-D3CC-327DA32CB496}"/>
              </a:ext>
            </a:extLst>
          </p:cNvPr>
          <p:cNvSpPr>
            <a:spLocks noGrp="1"/>
          </p:cNvSpPr>
          <p:nvPr>
            <p:ph type="body" idx="93" hasCustomPrompt="1"/>
          </p:nvPr>
        </p:nvSpPr>
        <p:spPr>
          <a:xfrm>
            <a:off x="3311320" y="2451073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5" name="Picture Placeholder 12">
            <a:extLst>
              <a:ext uri="{FF2B5EF4-FFF2-40B4-BE49-F238E27FC236}">
                <a16:creationId xmlns:a16="http://schemas.microsoft.com/office/drawing/2014/main" id="{2268E585-5ADD-AEDF-CABB-CDF99E25CF2B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3311320" y="525257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369769B3-2E1A-DB55-76F4-CE4CD58794DF}"/>
              </a:ext>
            </a:extLst>
          </p:cNvPr>
          <p:cNvSpPr>
            <a:spLocks noGrp="1"/>
          </p:cNvSpPr>
          <p:nvPr>
            <p:ph type="body" idx="95" hasCustomPrompt="1"/>
          </p:nvPr>
        </p:nvSpPr>
        <p:spPr>
          <a:xfrm>
            <a:off x="6096083" y="2737138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604C0163-8AEC-6AA4-1402-26FE906CD2DD}"/>
              </a:ext>
            </a:extLst>
          </p:cNvPr>
          <p:cNvSpPr>
            <a:spLocks noGrp="1"/>
          </p:cNvSpPr>
          <p:nvPr>
            <p:ph type="body" idx="96" hasCustomPrompt="1"/>
          </p:nvPr>
        </p:nvSpPr>
        <p:spPr>
          <a:xfrm>
            <a:off x="6096083" y="2451073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CD037187-8E9D-6030-5E07-9DFD58270ABE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6096083" y="525257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BE7259B7-535C-5147-C34B-94670A4735DD}"/>
              </a:ext>
            </a:extLst>
          </p:cNvPr>
          <p:cNvSpPr>
            <a:spLocks noGrp="1"/>
          </p:cNvSpPr>
          <p:nvPr>
            <p:ph type="body" idx="98" hasCustomPrompt="1"/>
          </p:nvPr>
        </p:nvSpPr>
        <p:spPr>
          <a:xfrm>
            <a:off x="8880847" y="2737138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3D589080-D3B5-9AA6-2E77-8C740BF386C6}"/>
              </a:ext>
            </a:extLst>
          </p:cNvPr>
          <p:cNvSpPr>
            <a:spLocks noGrp="1"/>
          </p:cNvSpPr>
          <p:nvPr>
            <p:ph type="body" idx="99" hasCustomPrompt="1"/>
          </p:nvPr>
        </p:nvSpPr>
        <p:spPr>
          <a:xfrm>
            <a:off x="8880847" y="2451073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1" name="Picture Placeholder 12">
            <a:extLst>
              <a:ext uri="{FF2B5EF4-FFF2-40B4-BE49-F238E27FC236}">
                <a16:creationId xmlns:a16="http://schemas.microsoft.com/office/drawing/2014/main" id="{1B9046C0-3F9D-2AFA-4B98-C535851A41B4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>
            <a:off x="8880847" y="525257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2229ABF8-CAC5-1AAD-8828-5746028C11BD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26557" y="5785404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2">
            <a:extLst>
              <a:ext uri="{FF2B5EF4-FFF2-40B4-BE49-F238E27FC236}">
                <a16:creationId xmlns:a16="http://schemas.microsoft.com/office/drawing/2014/main" id="{A240FB60-B03F-5EB4-BF59-3086FA4B7675}"/>
              </a:ext>
            </a:extLst>
          </p:cNvPr>
          <p:cNvSpPr>
            <a:spLocks noGrp="1"/>
          </p:cNvSpPr>
          <p:nvPr>
            <p:ph type="body" idx="102" hasCustomPrompt="1"/>
          </p:nvPr>
        </p:nvSpPr>
        <p:spPr>
          <a:xfrm>
            <a:off x="526557" y="5499339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4" name="Picture Placeholder 12">
            <a:extLst>
              <a:ext uri="{FF2B5EF4-FFF2-40B4-BE49-F238E27FC236}">
                <a16:creationId xmlns:a16="http://schemas.microsoft.com/office/drawing/2014/main" id="{5A83107E-D1B2-DAA4-1C29-E7AE083ADDE2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526557" y="3573523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576E6196-BCCF-2D27-0F83-5620D03019CC}"/>
              </a:ext>
            </a:extLst>
          </p:cNvPr>
          <p:cNvSpPr>
            <a:spLocks noGrp="1"/>
          </p:cNvSpPr>
          <p:nvPr>
            <p:ph type="body" idx="104" hasCustomPrompt="1"/>
          </p:nvPr>
        </p:nvSpPr>
        <p:spPr>
          <a:xfrm>
            <a:off x="3311320" y="5785404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5FE24CD2-DBF3-9FE7-26B7-5C325C81C428}"/>
              </a:ext>
            </a:extLst>
          </p:cNvPr>
          <p:cNvSpPr>
            <a:spLocks noGrp="1"/>
          </p:cNvSpPr>
          <p:nvPr>
            <p:ph type="body" idx="105" hasCustomPrompt="1"/>
          </p:nvPr>
        </p:nvSpPr>
        <p:spPr>
          <a:xfrm>
            <a:off x="3311320" y="5499339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7" name="Picture Placeholder 12">
            <a:extLst>
              <a:ext uri="{FF2B5EF4-FFF2-40B4-BE49-F238E27FC236}">
                <a16:creationId xmlns:a16="http://schemas.microsoft.com/office/drawing/2014/main" id="{D0D8AB83-DF69-6DB5-6F7A-1C0354486B99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3311320" y="3573523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13071DC1-D7B0-516D-BE26-032118E1F88D}"/>
              </a:ext>
            </a:extLst>
          </p:cNvPr>
          <p:cNvSpPr>
            <a:spLocks noGrp="1"/>
          </p:cNvSpPr>
          <p:nvPr>
            <p:ph type="body" idx="107" hasCustomPrompt="1"/>
          </p:nvPr>
        </p:nvSpPr>
        <p:spPr>
          <a:xfrm>
            <a:off x="6096083" y="5785404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C48B756-DF6E-23D0-5351-244E2958B4FF}"/>
              </a:ext>
            </a:extLst>
          </p:cNvPr>
          <p:cNvSpPr>
            <a:spLocks noGrp="1"/>
          </p:cNvSpPr>
          <p:nvPr>
            <p:ph type="body" idx="108" hasCustomPrompt="1"/>
          </p:nvPr>
        </p:nvSpPr>
        <p:spPr>
          <a:xfrm>
            <a:off x="6096083" y="5499339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Picture Placeholder 12">
            <a:extLst>
              <a:ext uri="{FF2B5EF4-FFF2-40B4-BE49-F238E27FC236}">
                <a16:creationId xmlns:a16="http://schemas.microsoft.com/office/drawing/2014/main" id="{AB09998A-D67C-8075-1042-7D1D78837828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6096083" y="3573523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7CA118EA-8380-046B-D9BD-D9A3A32375D5}"/>
              </a:ext>
            </a:extLst>
          </p:cNvPr>
          <p:cNvSpPr>
            <a:spLocks noGrp="1"/>
          </p:cNvSpPr>
          <p:nvPr>
            <p:ph type="body" idx="110" hasCustomPrompt="1"/>
          </p:nvPr>
        </p:nvSpPr>
        <p:spPr>
          <a:xfrm>
            <a:off x="8880847" y="5785404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89269C0-D7E1-5296-E7E0-E33222B9CBE2}"/>
              </a:ext>
            </a:extLst>
          </p:cNvPr>
          <p:cNvSpPr>
            <a:spLocks noGrp="1"/>
          </p:cNvSpPr>
          <p:nvPr>
            <p:ph type="body" idx="111" hasCustomPrompt="1"/>
          </p:nvPr>
        </p:nvSpPr>
        <p:spPr>
          <a:xfrm>
            <a:off x="8880847" y="5499339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3" name="Picture Placeholder 12">
            <a:extLst>
              <a:ext uri="{FF2B5EF4-FFF2-40B4-BE49-F238E27FC236}">
                <a16:creationId xmlns:a16="http://schemas.microsoft.com/office/drawing/2014/main" id="{33BA4FF6-2ACF-A02F-5E30-DBBAFB69EF23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8880847" y="3573523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BF54D-BA50-0D60-61AE-8EB1D29E73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67" y="518601"/>
            <a:ext cx="2529986" cy="1519750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4800" spc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Hello again</a:t>
            </a:r>
          </a:p>
        </p:txBody>
      </p:sp>
    </p:spTree>
    <p:extLst>
      <p:ext uri="{BB962C8B-B14F-4D97-AF65-F5344CB8AC3E}">
        <p14:creationId xmlns:p14="http://schemas.microsoft.com/office/powerpoint/2010/main" val="344926047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Intro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D0F374CD-117F-0D9B-9A50-ABC9779F2601}"/>
              </a:ext>
            </a:extLst>
          </p:cNvPr>
          <p:cNvSpPr>
            <a:spLocks noGrp="1"/>
          </p:cNvSpPr>
          <p:nvPr>
            <p:ph type="body" idx="89" hasCustomPrompt="1"/>
          </p:nvPr>
        </p:nvSpPr>
        <p:spPr>
          <a:xfrm>
            <a:off x="526557" y="2737138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4AA79C9C-1E4F-DFBC-F0C6-359ABBF29827}"/>
              </a:ext>
            </a:extLst>
          </p:cNvPr>
          <p:cNvSpPr>
            <a:spLocks noGrp="1"/>
          </p:cNvSpPr>
          <p:nvPr>
            <p:ph type="body" idx="90" hasCustomPrompt="1"/>
          </p:nvPr>
        </p:nvSpPr>
        <p:spPr>
          <a:xfrm>
            <a:off x="526557" y="2451073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58" name="Picture Placeholder 12">
            <a:extLst>
              <a:ext uri="{FF2B5EF4-FFF2-40B4-BE49-F238E27FC236}">
                <a16:creationId xmlns:a16="http://schemas.microsoft.com/office/drawing/2014/main" id="{AEDF9C3B-A779-EE96-DF96-0ED7508454AD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526557" y="525257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3F8F218B-625B-FD37-0D79-D80CA7D263C6}"/>
              </a:ext>
            </a:extLst>
          </p:cNvPr>
          <p:cNvSpPr>
            <a:spLocks noGrp="1"/>
          </p:cNvSpPr>
          <p:nvPr>
            <p:ph type="body" idx="92" hasCustomPrompt="1"/>
          </p:nvPr>
        </p:nvSpPr>
        <p:spPr>
          <a:xfrm>
            <a:off x="3311320" y="2737138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939551AB-5255-7104-D3CC-327DA32CB496}"/>
              </a:ext>
            </a:extLst>
          </p:cNvPr>
          <p:cNvSpPr>
            <a:spLocks noGrp="1"/>
          </p:cNvSpPr>
          <p:nvPr>
            <p:ph type="body" idx="93" hasCustomPrompt="1"/>
          </p:nvPr>
        </p:nvSpPr>
        <p:spPr>
          <a:xfrm>
            <a:off x="3311320" y="2451073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5" name="Picture Placeholder 12">
            <a:extLst>
              <a:ext uri="{FF2B5EF4-FFF2-40B4-BE49-F238E27FC236}">
                <a16:creationId xmlns:a16="http://schemas.microsoft.com/office/drawing/2014/main" id="{2268E585-5ADD-AEDF-CABB-CDF99E25CF2B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3311320" y="525257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369769B3-2E1A-DB55-76F4-CE4CD58794DF}"/>
              </a:ext>
            </a:extLst>
          </p:cNvPr>
          <p:cNvSpPr>
            <a:spLocks noGrp="1"/>
          </p:cNvSpPr>
          <p:nvPr>
            <p:ph type="body" idx="95" hasCustomPrompt="1"/>
          </p:nvPr>
        </p:nvSpPr>
        <p:spPr>
          <a:xfrm>
            <a:off x="6096083" y="2737138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604C0163-8AEC-6AA4-1402-26FE906CD2DD}"/>
              </a:ext>
            </a:extLst>
          </p:cNvPr>
          <p:cNvSpPr>
            <a:spLocks noGrp="1"/>
          </p:cNvSpPr>
          <p:nvPr>
            <p:ph type="body" idx="96" hasCustomPrompt="1"/>
          </p:nvPr>
        </p:nvSpPr>
        <p:spPr>
          <a:xfrm>
            <a:off x="6096083" y="2451073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CD037187-8E9D-6030-5E07-9DFD58270ABE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6096083" y="525257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BE7259B7-535C-5147-C34B-94670A4735DD}"/>
              </a:ext>
            </a:extLst>
          </p:cNvPr>
          <p:cNvSpPr>
            <a:spLocks noGrp="1"/>
          </p:cNvSpPr>
          <p:nvPr>
            <p:ph type="body" idx="98" hasCustomPrompt="1"/>
          </p:nvPr>
        </p:nvSpPr>
        <p:spPr>
          <a:xfrm>
            <a:off x="8880847" y="2737138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3D589080-D3B5-9AA6-2E77-8C740BF386C6}"/>
              </a:ext>
            </a:extLst>
          </p:cNvPr>
          <p:cNvSpPr>
            <a:spLocks noGrp="1"/>
          </p:cNvSpPr>
          <p:nvPr>
            <p:ph type="body" idx="99" hasCustomPrompt="1"/>
          </p:nvPr>
        </p:nvSpPr>
        <p:spPr>
          <a:xfrm>
            <a:off x="8880847" y="2451073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1" name="Picture Placeholder 12">
            <a:extLst>
              <a:ext uri="{FF2B5EF4-FFF2-40B4-BE49-F238E27FC236}">
                <a16:creationId xmlns:a16="http://schemas.microsoft.com/office/drawing/2014/main" id="{1B9046C0-3F9D-2AFA-4B98-C535851A41B4}"/>
              </a:ext>
            </a:extLst>
          </p:cNvPr>
          <p:cNvSpPr>
            <a:spLocks noGrp="1"/>
          </p:cNvSpPr>
          <p:nvPr>
            <p:ph type="pic" sz="quarter" idx="100" hasCustomPrompt="1"/>
          </p:nvPr>
        </p:nvSpPr>
        <p:spPr>
          <a:xfrm>
            <a:off x="8880847" y="525257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2" name="Text Placeholder 2">
            <a:extLst>
              <a:ext uri="{FF2B5EF4-FFF2-40B4-BE49-F238E27FC236}">
                <a16:creationId xmlns:a16="http://schemas.microsoft.com/office/drawing/2014/main" id="{2229ABF8-CAC5-1AAD-8828-5746028C11BD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526557" y="5785404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2">
            <a:extLst>
              <a:ext uri="{FF2B5EF4-FFF2-40B4-BE49-F238E27FC236}">
                <a16:creationId xmlns:a16="http://schemas.microsoft.com/office/drawing/2014/main" id="{A240FB60-B03F-5EB4-BF59-3086FA4B7675}"/>
              </a:ext>
            </a:extLst>
          </p:cNvPr>
          <p:cNvSpPr>
            <a:spLocks noGrp="1"/>
          </p:cNvSpPr>
          <p:nvPr>
            <p:ph type="body" idx="102" hasCustomPrompt="1"/>
          </p:nvPr>
        </p:nvSpPr>
        <p:spPr>
          <a:xfrm>
            <a:off x="526557" y="5499339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4" name="Picture Placeholder 12">
            <a:extLst>
              <a:ext uri="{FF2B5EF4-FFF2-40B4-BE49-F238E27FC236}">
                <a16:creationId xmlns:a16="http://schemas.microsoft.com/office/drawing/2014/main" id="{5A83107E-D1B2-DAA4-1C29-E7AE083ADDE2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526557" y="3573523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576E6196-BCCF-2D27-0F83-5620D03019CC}"/>
              </a:ext>
            </a:extLst>
          </p:cNvPr>
          <p:cNvSpPr>
            <a:spLocks noGrp="1"/>
          </p:cNvSpPr>
          <p:nvPr>
            <p:ph type="body" idx="104" hasCustomPrompt="1"/>
          </p:nvPr>
        </p:nvSpPr>
        <p:spPr>
          <a:xfrm>
            <a:off x="3311320" y="5785404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5FE24CD2-DBF3-9FE7-26B7-5C325C81C428}"/>
              </a:ext>
            </a:extLst>
          </p:cNvPr>
          <p:cNvSpPr>
            <a:spLocks noGrp="1"/>
          </p:cNvSpPr>
          <p:nvPr>
            <p:ph type="body" idx="105" hasCustomPrompt="1"/>
          </p:nvPr>
        </p:nvSpPr>
        <p:spPr>
          <a:xfrm>
            <a:off x="3311320" y="5499339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7" name="Picture Placeholder 12">
            <a:extLst>
              <a:ext uri="{FF2B5EF4-FFF2-40B4-BE49-F238E27FC236}">
                <a16:creationId xmlns:a16="http://schemas.microsoft.com/office/drawing/2014/main" id="{D0D8AB83-DF69-6DB5-6F7A-1C0354486B99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3311320" y="3573523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13071DC1-D7B0-516D-BE26-032118E1F88D}"/>
              </a:ext>
            </a:extLst>
          </p:cNvPr>
          <p:cNvSpPr>
            <a:spLocks noGrp="1"/>
          </p:cNvSpPr>
          <p:nvPr>
            <p:ph type="body" idx="107" hasCustomPrompt="1"/>
          </p:nvPr>
        </p:nvSpPr>
        <p:spPr>
          <a:xfrm>
            <a:off x="6096083" y="5785404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C48B756-DF6E-23D0-5351-244E2958B4FF}"/>
              </a:ext>
            </a:extLst>
          </p:cNvPr>
          <p:cNvSpPr>
            <a:spLocks noGrp="1"/>
          </p:cNvSpPr>
          <p:nvPr>
            <p:ph type="body" idx="108" hasCustomPrompt="1"/>
          </p:nvPr>
        </p:nvSpPr>
        <p:spPr>
          <a:xfrm>
            <a:off x="6096083" y="5499339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Picture Placeholder 12">
            <a:extLst>
              <a:ext uri="{FF2B5EF4-FFF2-40B4-BE49-F238E27FC236}">
                <a16:creationId xmlns:a16="http://schemas.microsoft.com/office/drawing/2014/main" id="{AB09998A-D67C-8075-1042-7D1D78837828}"/>
              </a:ext>
            </a:extLst>
          </p:cNvPr>
          <p:cNvSpPr>
            <a:spLocks noGrp="1"/>
          </p:cNvSpPr>
          <p:nvPr>
            <p:ph type="pic" sz="quarter" idx="109" hasCustomPrompt="1"/>
          </p:nvPr>
        </p:nvSpPr>
        <p:spPr>
          <a:xfrm>
            <a:off x="6096083" y="3573523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7CA118EA-8380-046B-D9BD-D9A3A32375D5}"/>
              </a:ext>
            </a:extLst>
          </p:cNvPr>
          <p:cNvSpPr>
            <a:spLocks noGrp="1"/>
          </p:cNvSpPr>
          <p:nvPr>
            <p:ph type="body" idx="110" hasCustomPrompt="1"/>
          </p:nvPr>
        </p:nvSpPr>
        <p:spPr>
          <a:xfrm>
            <a:off x="8880847" y="5785404"/>
            <a:ext cx="2529986" cy="18288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89269C0-D7E1-5296-E7E0-E33222B9CBE2}"/>
              </a:ext>
            </a:extLst>
          </p:cNvPr>
          <p:cNvSpPr>
            <a:spLocks noGrp="1"/>
          </p:cNvSpPr>
          <p:nvPr>
            <p:ph type="body" idx="111" hasCustomPrompt="1"/>
          </p:nvPr>
        </p:nvSpPr>
        <p:spPr>
          <a:xfrm>
            <a:off x="8880847" y="5499339"/>
            <a:ext cx="2529986" cy="27432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3" name="Picture Placeholder 12">
            <a:extLst>
              <a:ext uri="{FF2B5EF4-FFF2-40B4-BE49-F238E27FC236}">
                <a16:creationId xmlns:a16="http://schemas.microsoft.com/office/drawing/2014/main" id="{33BA4FF6-2ACF-A02F-5E30-DBBAFB69EF23}"/>
              </a:ext>
            </a:extLst>
          </p:cNvPr>
          <p:cNvSpPr>
            <a:spLocks noGrp="1"/>
          </p:cNvSpPr>
          <p:nvPr>
            <p:ph type="pic" sz="quarter" idx="112" hasCustomPrompt="1"/>
          </p:nvPr>
        </p:nvSpPr>
        <p:spPr>
          <a:xfrm>
            <a:off x="8880847" y="3573523"/>
            <a:ext cx="2529986" cy="1766563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12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71.xml"/><Relationship Id="rId39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87.xml"/><Relationship Id="rId47" Type="http://schemas.openxmlformats.org/officeDocument/2006/relationships/slideLayout" Target="../slideLayouts/slideLayout92.xml"/><Relationship Id="rId50" Type="http://schemas.openxmlformats.org/officeDocument/2006/relationships/slideLayout" Target="../slideLayouts/slideLayout95.xml"/><Relationship Id="rId55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77.xml"/><Relationship Id="rId37" Type="http://schemas.openxmlformats.org/officeDocument/2006/relationships/slideLayout" Target="../slideLayouts/slideLayout82.xml"/><Relationship Id="rId40" Type="http://schemas.openxmlformats.org/officeDocument/2006/relationships/slideLayout" Target="../slideLayouts/slideLayout85.xml"/><Relationship Id="rId45" Type="http://schemas.openxmlformats.org/officeDocument/2006/relationships/slideLayout" Target="../slideLayouts/slideLayout90.xml"/><Relationship Id="rId53" Type="http://schemas.openxmlformats.org/officeDocument/2006/relationships/slideLayout" Target="../slideLayouts/slideLayout98.xml"/><Relationship Id="rId58" Type="http://schemas.openxmlformats.org/officeDocument/2006/relationships/image" Target="../media/image8.svg"/><Relationship Id="rId5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80.xml"/><Relationship Id="rId43" Type="http://schemas.openxmlformats.org/officeDocument/2006/relationships/slideLayout" Target="../slideLayouts/slideLayout88.xml"/><Relationship Id="rId48" Type="http://schemas.openxmlformats.org/officeDocument/2006/relationships/slideLayout" Target="../slideLayouts/slideLayout93.xml"/><Relationship Id="rId56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53.xml"/><Relationship Id="rId51" Type="http://schemas.openxmlformats.org/officeDocument/2006/relationships/slideLayout" Target="../slideLayouts/slideLayout96.xml"/><Relationship Id="rId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83.xml"/><Relationship Id="rId46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65.xml"/><Relationship Id="rId41" Type="http://schemas.openxmlformats.org/officeDocument/2006/relationships/slideLayout" Target="../slideLayouts/slideLayout86.xml"/><Relationship Id="rId54" Type="http://schemas.openxmlformats.org/officeDocument/2006/relationships/slideLayout" Target="../slideLayouts/slideLayout99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81.xml"/><Relationship Id="rId49" Type="http://schemas.openxmlformats.org/officeDocument/2006/relationships/slideLayout" Target="../slideLayouts/slideLayout94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55.xml"/><Relationship Id="rId31" Type="http://schemas.openxmlformats.org/officeDocument/2006/relationships/slideLayout" Target="../slideLayouts/slideLayout76.xml"/><Relationship Id="rId44" Type="http://schemas.openxmlformats.org/officeDocument/2006/relationships/slideLayout" Target="../slideLayouts/slideLayout89.xml"/><Relationship Id="rId52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95AC765-88FD-5BCF-6620-CC5C2C23C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7716" y="6449882"/>
            <a:ext cx="505608" cy="182181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000" b="0" i="0">
                <a:solidFill>
                  <a:schemeClr val="bg1"/>
                </a:solidFill>
                <a:latin typeface="Modern Era Mono" panose="02000000000000000000" pitchFamily="2" charset="0"/>
              </a:defRPr>
            </a:lvl1pPr>
          </a:lstStyle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5EABCDB-A85F-58FF-432D-41B2F9A608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F25CDA5-176B-DBC5-BB61-F4B0C1D3860B}"/>
              </a:ext>
            </a:extLst>
          </p:cNvPr>
          <p:cNvPicPr/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518676" y="6508340"/>
            <a:ext cx="154524" cy="11604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27F61-153C-D533-0285-59F0231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600" y="1969223"/>
            <a:ext cx="5305317" cy="4126777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D34D830-EBD5-C71B-A9C1-E109AB25B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600" y="798369"/>
            <a:ext cx="5305317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4A7890-8A14-78EC-E60E-43B5FA114FCA}"/>
              </a:ext>
            </a:extLst>
          </p:cNvPr>
          <p:cNvSpPr txBox="1"/>
          <p:nvPr userDrawn="1"/>
        </p:nvSpPr>
        <p:spPr>
          <a:xfrm>
            <a:off x="-6350000" y="-6350000"/>
            <a:ext cx="12700" cy="127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182880" indent="-182880">
              <a:buFont typeface="Modern Era" panose="02000000000000000000" pitchFamily="50" charset="0"/>
              <a:buChar char="•"/>
            </a:pPr>
            <a:endParaRPr lang="en-US" sz="1400">
              <a:latin typeface="Modern Era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636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4130" r:id="rId2"/>
    <p:sldLayoutId id="2147484131" r:id="rId3"/>
    <p:sldLayoutId id="2147483930" r:id="rId4"/>
    <p:sldLayoutId id="2147483845" r:id="rId5"/>
    <p:sldLayoutId id="2147483931" r:id="rId6"/>
    <p:sldLayoutId id="2147483990" r:id="rId7"/>
    <p:sldLayoutId id="2147483921" r:id="rId8"/>
    <p:sldLayoutId id="2147483978" r:id="rId9"/>
    <p:sldLayoutId id="2147483977" r:id="rId10"/>
    <p:sldLayoutId id="2147484078" r:id="rId11"/>
    <p:sldLayoutId id="2147484084" r:id="rId12"/>
    <p:sldLayoutId id="2147483966" r:id="rId13"/>
    <p:sldLayoutId id="2147484082" r:id="rId14"/>
    <p:sldLayoutId id="2147484085" r:id="rId15"/>
    <p:sldLayoutId id="2147483967" r:id="rId16"/>
    <p:sldLayoutId id="2147484083" r:id="rId17"/>
    <p:sldLayoutId id="2147484086" r:id="rId18"/>
    <p:sldLayoutId id="2147484080" r:id="rId19"/>
    <p:sldLayoutId id="2147484010" r:id="rId20"/>
    <p:sldLayoutId id="2147483983" r:id="rId21"/>
    <p:sldLayoutId id="2147483969" r:id="rId22"/>
    <p:sldLayoutId id="2147483964" r:id="rId23"/>
    <p:sldLayoutId id="2147484133" r:id="rId24"/>
    <p:sldLayoutId id="2147483939" r:id="rId25"/>
    <p:sldLayoutId id="2147483940" r:id="rId26"/>
    <p:sldLayoutId id="2147483960" r:id="rId27"/>
    <p:sldLayoutId id="2147483961" r:id="rId28"/>
    <p:sldLayoutId id="2147483962" r:id="rId29"/>
    <p:sldLayoutId id="2147483963" r:id="rId30"/>
    <p:sldLayoutId id="2147483937" r:id="rId31"/>
    <p:sldLayoutId id="2147483938" r:id="rId32"/>
    <p:sldLayoutId id="2147483901" r:id="rId33"/>
    <p:sldLayoutId id="2147483894" r:id="rId34"/>
    <p:sldLayoutId id="2147483919" r:id="rId35"/>
    <p:sldLayoutId id="2147483922" r:id="rId36"/>
    <p:sldLayoutId id="2147483923" r:id="rId37"/>
    <p:sldLayoutId id="2147484107" r:id="rId38"/>
    <p:sldLayoutId id="2147484108" r:id="rId39"/>
    <p:sldLayoutId id="2147484109" r:id="rId40"/>
    <p:sldLayoutId id="2147484110" r:id="rId41"/>
    <p:sldLayoutId id="2147484111" r:id="rId42"/>
    <p:sldLayoutId id="2147483989" r:id="rId43"/>
    <p:sldLayoutId id="2147483972" r:id="rId44"/>
    <p:sldLayoutId id="2147483975" r:id="rId4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9525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dern Era" panose="02000000000000000000" pitchFamily="50" charset="0"/>
        <a:buNone/>
        <a:tabLst/>
        <a:defRPr lang="en-US" sz="1200" b="0" i="0" kern="1200" dirty="0">
          <a:solidFill>
            <a:schemeClr val="bg1"/>
          </a:solidFill>
          <a:latin typeface="+mn-lt"/>
          <a:ea typeface="+mn-ea"/>
          <a:cs typeface="+mn-cs"/>
        </a:defRPr>
      </a:lvl1pPr>
      <a:lvl2pPr marL="173038" indent="-1635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dern Era" panose="02000000000000000000" pitchFamily="50" charset="0"/>
        <a:buChar char="•"/>
        <a:tabLst/>
        <a:defRPr lang="en-US" sz="1200" b="0" i="0" kern="1200" dirty="0">
          <a:solidFill>
            <a:schemeClr val="bg1"/>
          </a:solidFill>
          <a:latin typeface="Modern Era Bold" panose="02000000000000000000" pitchFamily="2" charset="0"/>
          <a:ea typeface="+mn-ea"/>
          <a:cs typeface="+mn-cs"/>
        </a:defRPr>
      </a:lvl2pPr>
      <a:lvl3pPr marL="347663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dern Era" panose="02000000000000000000" pitchFamily="50" charset="0"/>
        <a:buChar char="—"/>
        <a:tabLst/>
        <a:defRPr lang="en-US" sz="1000" b="0" i="0" kern="1200" dirty="0">
          <a:solidFill>
            <a:schemeClr val="bg1"/>
          </a:solidFill>
          <a:latin typeface="+mn-lt"/>
          <a:ea typeface="+mn-ea"/>
          <a:cs typeface="+mn-cs"/>
        </a:defRPr>
      </a:lvl3pPr>
      <a:lvl4pPr marL="481012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dern Era" panose="02000000000000000000" pitchFamily="50" charset="0"/>
        <a:buChar char="•"/>
        <a:tabLst/>
        <a:defRPr sz="10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9525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Modern Era" panose="02000000000000000000" pitchFamily="50" charset="0"/>
        <a:buNone/>
        <a:tabLst/>
        <a:defRPr sz="1400" b="0" i="0" kern="1200">
          <a:solidFill>
            <a:schemeClr val="bg1"/>
          </a:solidFill>
          <a:latin typeface="+mj-lt"/>
          <a:ea typeface="+mn-ea"/>
          <a:cs typeface="+mn-cs"/>
        </a:defRPr>
      </a:lvl5pPr>
      <a:lvl6pPr marL="7938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Modern Era" panose="02000000000000000000" pitchFamily="50" charset="0"/>
        <a:buNone/>
        <a:tabLst/>
        <a:defRPr sz="1800" kern="1200">
          <a:solidFill>
            <a:schemeClr val="bg1"/>
          </a:solidFill>
          <a:latin typeface="+mj-lt"/>
          <a:ea typeface="+mn-ea"/>
          <a:cs typeface="+mn-cs"/>
        </a:defRPr>
      </a:lvl6pPr>
      <a:lvl7pPr marL="7938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Modern Era" panose="02000000000000000000" pitchFamily="50" charset="0"/>
        <a:buNone/>
        <a:tabLst/>
        <a:defRPr sz="2400" kern="1200">
          <a:solidFill>
            <a:schemeClr val="bg1"/>
          </a:solidFill>
          <a:latin typeface="+mj-lt"/>
          <a:ea typeface="+mn-ea"/>
          <a:cs typeface="+mn-cs"/>
        </a:defRPr>
      </a:lvl7pPr>
      <a:lvl8pPr marL="7938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Modern Era" panose="02000000000000000000" pitchFamily="50" charset="0"/>
        <a:buNone/>
        <a:tabLst/>
        <a:defRPr sz="2400" kern="1200">
          <a:solidFill>
            <a:schemeClr val="bg1"/>
          </a:solidFill>
          <a:latin typeface="+mn-lt"/>
          <a:ea typeface="+mn-ea"/>
          <a:cs typeface="+mn-cs"/>
        </a:defRPr>
      </a:lvl8pPr>
      <a:lvl9pPr marL="7938" indent="0" algn="l" defTabSz="914400" rtl="0" eaLnBrk="1" latinLnBrk="0" hangingPunct="1">
        <a:lnSpc>
          <a:spcPct val="80000"/>
        </a:lnSpc>
        <a:spcBef>
          <a:spcPts val="1200"/>
        </a:spcBef>
        <a:spcAft>
          <a:spcPts val="1200"/>
        </a:spcAft>
        <a:buFont typeface="Modern Era" panose="02000000000000000000" pitchFamily="50" charset="0"/>
        <a:buNone/>
        <a:tabLst/>
        <a:defRPr sz="3600" kern="1200">
          <a:solidFill>
            <a:schemeClr val="bg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46E0533A-22E2-D6BE-88EF-6A7B8C9F5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7716" y="6449950"/>
            <a:ext cx="505608" cy="182181"/>
          </a:xfrm>
          <a:prstGeom prst="rect">
            <a:avLst/>
          </a:prstGeom>
        </p:spPr>
        <p:txBody>
          <a:bodyPr lIns="0" tIns="0" rIns="0" bIns="0" anchor="b"/>
          <a:lstStyle>
            <a:lvl1pPr algn="r">
              <a:defRPr sz="1000" b="0" i="0">
                <a:solidFill>
                  <a:schemeClr val="tx1"/>
                </a:solidFill>
                <a:latin typeface="Modern Era Mono" panose="02000000000000000000" pitchFamily="2" charset="0"/>
              </a:defRPr>
            </a:lvl1pPr>
          </a:lstStyle>
          <a:p>
            <a:fld id="{80BC956B-8A50-0B4A-8E2C-0050B19009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1ED05A7-1E33-F1C3-DD9E-DDCD91595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6800" y="6505274"/>
            <a:ext cx="5076117" cy="116044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Intellectual property of Horizontal Digital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3AB600D-3C29-EB82-0F70-FED9F6855849}"/>
              </a:ext>
            </a:extLst>
          </p:cNvPr>
          <p:cNvPicPr/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518676" y="6508340"/>
            <a:ext cx="154524" cy="11604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85B3A-2A73-7146-A911-B7BCBD348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600" y="2033890"/>
            <a:ext cx="5305317" cy="406210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5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9264DB-CECE-F949-8EC5-E33BEE7FF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600" y="798369"/>
            <a:ext cx="5305317" cy="9861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4A7890-8A14-78EC-E60E-43B5FA114FCA}"/>
              </a:ext>
            </a:extLst>
          </p:cNvPr>
          <p:cNvSpPr txBox="1"/>
          <p:nvPr userDrawn="1"/>
        </p:nvSpPr>
        <p:spPr>
          <a:xfrm>
            <a:off x="-6350000" y="-6350000"/>
            <a:ext cx="12700" cy="127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marL="182880" indent="-182880">
              <a:buFont typeface="Modern Era" panose="02000000000000000000" pitchFamily="50" charset="0"/>
              <a:buChar char="•"/>
            </a:pPr>
            <a:endParaRPr lang="en-US" sz="1400">
              <a:latin typeface="Modern Era" panose="020000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02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41" r:id="rId2"/>
    <p:sldLayoutId id="2147483951" r:id="rId3"/>
    <p:sldLayoutId id="2147483970" r:id="rId4"/>
    <p:sldLayoutId id="2147484000" r:id="rId5"/>
    <p:sldLayoutId id="2147484123" r:id="rId6"/>
    <p:sldLayoutId id="2147484139" r:id="rId7"/>
    <p:sldLayoutId id="2147483949" r:id="rId8"/>
    <p:sldLayoutId id="2147484097" r:id="rId9"/>
    <p:sldLayoutId id="2147484098" r:id="rId10"/>
    <p:sldLayoutId id="2147484099" r:id="rId11"/>
    <p:sldLayoutId id="2147484100" r:id="rId12"/>
    <p:sldLayoutId id="2147484101" r:id="rId13"/>
    <p:sldLayoutId id="2147484102" r:id="rId14"/>
    <p:sldLayoutId id="2147484129" r:id="rId15"/>
    <p:sldLayoutId id="2147484134" r:id="rId16"/>
    <p:sldLayoutId id="2147484128" r:id="rId17"/>
    <p:sldLayoutId id="2147484135" r:id="rId18"/>
    <p:sldLayoutId id="2147484077" r:id="rId19"/>
    <p:sldLayoutId id="2147484076" r:id="rId20"/>
    <p:sldLayoutId id="2147484119" r:id="rId21"/>
    <p:sldLayoutId id="2147484121" r:id="rId22"/>
    <p:sldLayoutId id="2147484122" r:id="rId23"/>
    <p:sldLayoutId id="2147483959" r:id="rId24"/>
    <p:sldLayoutId id="2147484081" r:id="rId25"/>
    <p:sldLayoutId id="2147483935" r:id="rId26"/>
    <p:sldLayoutId id="2147484079" r:id="rId27"/>
    <p:sldLayoutId id="2147483936" r:id="rId28"/>
    <p:sldLayoutId id="2147483968" r:id="rId29"/>
    <p:sldLayoutId id="2147483984" r:id="rId30"/>
    <p:sldLayoutId id="2147483985" r:id="rId31"/>
    <p:sldLayoutId id="2147484011" r:id="rId32"/>
    <p:sldLayoutId id="2147484008" r:id="rId33"/>
    <p:sldLayoutId id="2147484070" r:id="rId34"/>
    <p:sldLayoutId id="2147484067" r:id="rId35"/>
    <p:sldLayoutId id="2147484068" r:id="rId36"/>
    <p:sldLayoutId id="2147484072" r:id="rId37"/>
    <p:sldLayoutId id="2147484016" r:id="rId38"/>
    <p:sldLayoutId id="2147484073" r:id="rId39"/>
    <p:sldLayoutId id="2147484074" r:id="rId40"/>
    <p:sldLayoutId id="2147484075" r:id="rId41"/>
    <p:sldLayoutId id="2147484138" r:id="rId42"/>
    <p:sldLayoutId id="2147484112" r:id="rId43"/>
    <p:sldLayoutId id="2147483933" r:id="rId44"/>
    <p:sldLayoutId id="2147484132" r:id="rId45"/>
    <p:sldLayoutId id="2147484113" r:id="rId46"/>
    <p:sldLayoutId id="2147484114" r:id="rId47"/>
    <p:sldLayoutId id="2147484115" r:id="rId48"/>
    <p:sldLayoutId id="2147484116" r:id="rId49"/>
    <p:sldLayoutId id="2147484117" r:id="rId50"/>
    <p:sldLayoutId id="2147484118" r:id="rId51"/>
    <p:sldLayoutId id="2147484106" r:id="rId52"/>
    <p:sldLayoutId id="2147484104" r:id="rId53"/>
    <p:sldLayoutId id="2147484105" r:id="rId54"/>
    <p:sldLayoutId id="2147484103" r:id="rId55"/>
    <p:sldLayoutId id="2147483907" r:id="rId5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dern Era" panose="02000000000000000000" pitchFamily="50" charset="0"/>
        <a:buNone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1587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dern Era" panose="02000000000000000000" pitchFamily="50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dern Era" panose="02000000000000000000" pitchFamily="50" charset="0"/>
        <a:buChar char="—"/>
        <a:tabLst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515938" indent="-173038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dern Era" panose="02000000000000000000" pitchFamily="50" charset="0"/>
        <a:buChar char="•"/>
        <a:tabLst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270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Modern Era" panose="02000000000000000000" pitchFamily="50" charset="0"/>
        <a:buNone/>
        <a:tabLst/>
        <a:defRPr sz="1400" b="0" i="0" kern="1200">
          <a:solidFill>
            <a:schemeClr val="tx1"/>
          </a:solidFill>
          <a:latin typeface="+mj-lt"/>
          <a:ea typeface="+mn-ea"/>
          <a:cs typeface="+mn-cs"/>
        </a:defRPr>
      </a:lvl5pPr>
      <a:lvl6pPr marL="7938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Modern Era" panose="02000000000000000000" pitchFamily="50" charset="0"/>
        <a:buNone/>
        <a:tabLst/>
        <a:defRPr sz="1800" kern="1200">
          <a:solidFill>
            <a:schemeClr val="tx1"/>
          </a:solidFill>
          <a:latin typeface="+mj-lt"/>
          <a:ea typeface="+mn-ea"/>
          <a:cs typeface="+mn-cs"/>
        </a:defRPr>
      </a:lvl6pPr>
      <a:lvl7pPr marL="7938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Modern Era" panose="02000000000000000000" pitchFamily="50" charset="0"/>
        <a:buNone/>
        <a:tabLst/>
        <a:defRPr sz="2400" kern="1200">
          <a:solidFill>
            <a:schemeClr val="tx1"/>
          </a:solidFill>
          <a:latin typeface="+mj-lt"/>
          <a:ea typeface="+mn-ea"/>
          <a:cs typeface="+mn-cs"/>
        </a:defRPr>
      </a:lvl7pPr>
      <a:lvl8pPr marL="7938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Modern Era" panose="02000000000000000000" pitchFamily="50" charset="0"/>
        <a:buNone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7938" indent="0" algn="l" defTabSz="914400" rtl="0" eaLnBrk="1" latinLnBrk="0" hangingPunct="1">
        <a:lnSpc>
          <a:spcPct val="80000"/>
        </a:lnSpc>
        <a:spcBef>
          <a:spcPts val="1200"/>
        </a:spcBef>
        <a:spcAft>
          <a:spcPts val="1200"/>
        </a:spcAft>
        <a:buFont typeface="Modern Era" panose="02000000000000000000" pitchFamily="50" charset="0"/>
        <a:buNone/>
        <a:tabLst/>
        <a:defRPr sz="3600" kern="12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horizontal-my.sharepoint.com/:v:/p/svyas/IQDYiSMOIHARSZ3FJVw_4wy_AaMWkZ5vGS7mdxFJw8Bqhlw?e=FzJcrz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Hackathon@123456789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E3C186-C826-3779-A4B0-6E051BF26B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25/04/2026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4FF7C-C513-CDD2-F462-EC7AF16831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77143" y="4562919"/>
            <a:ext cx="6457290" cy="1268548"/>
          </a:xfrm>
        </p:spPr>
        <p:txBody>
          <a:bodyPr/>
          <a:lstStyle/>
          <a:p>
            <a:r>
              <a:rPr lang="en-US" i="1" dirty="0"/>
              <a:t>AI Ops Ninjas bridge Monitoring, Automation, and AI into one solution.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C5C27B-6D61-7E8D-EE29-610A430A4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541315"/>
            <a:ext cx="8639546" cy="1532582"/>
          </a:xfrm>
        </p:spPr>
        <p:txBody>
          <a:bodyPr/>
          <a:lstStyle/>
          <a:p>
            <a:r>
              <a:rPr lang="en-US" dirty="0"/>
              <a:t>AI Ops Ninja</a:t>
            </a:r>
          </a:p>
        </p:txBody>
      </p:sp>
    </p:spTree>
    <p:extLst>
      <p:ext uri="{BB962C8B-B14F-4D97-AF65-F5344CB8AC3E}">
        <p14:creationId xmlns:p14="http://schemas.microsoft.com/office/powerpoint/2010/main" val="2716730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01B7BAC-52DB-C991-85CD-262943ABC8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3572" y="-1450"/>
            <a:ext cx="9891460" cy="5058932"/>
          </a:xfrm>
        </p:spPr>
        <p:txBody>
          <a:bodyPr/>
          <a:lstStyle/>
          <a:p>
            <a:r>
              <a:rPr lang="en-US" sz="2400" b="1" dirty="0"/>
              <a:t>Problem Statement :</a:t>
            </a:r>
            <a:br>
              <a:rPr lang="en-US" sz="2400" dirty="0"/>
            </a:br>
            <a:r>
              <a:rPr lang="en-US" sz="2400" dirty="0"/>
              <a:t>Inefficient, inconsistent, and slows incident response due to manual MS workflows.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Solution Statement:</a:t>
            </a:r>
            <a:br>
              <a:rPr lang="en-US" sz="2400" dirty="0"/>
            </a:br>
            <a:r>
              <a:rPr lang="en-US" sz="2400" dirty="0"/>
              <a:t>which automatically retrieves recent logs, performs intelligent analysis, and enriches Jira tickets with contextual summaries, root cause insights, and recommended actions streamlining incident management and reducing resolution time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68B268-E1BE-CA5B-87C8-78E27E12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156" y="507597"/>
            <a:ext cx="45719" cy="76866"/>
          </a:xfrm>
        </p:spPr>
        <p:txBody>
          <a:bodyPr/>
          <a:lstStyle/>
          <a:p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64949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55D8AF-B561-053B-A9D1-101B05092E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7239" y="612742"/>
            <a:ext cx="9768967" cy="5330142"/>
          </a:xfrm>
        </p:spPr>
        <p:txBody>
          <a:bodyPr/>
          <a:lstStyle/>
          <a:p>
            <a:r>
              <a:rPr lang="en-US" dirty="0"/>
              <a:t>We implemented </a:t>
            </a:r>
            <a:r>
              <a:rPr lang="en-US" b="1" dirty="0"/>
              <a:t>New Relic</a:t>
            </a:r>
            <a:r>
              <a:rPr lang="en-US" dirty="0"/>
              <a:t> as the monitoring solution to continuously track website availability. When an issue is detected, New Relic triggers an alert based on predefined conditions, which automatically creates an </a:t>
            </a:r>
            <a:r>
              <a:rPr lang="en-US" b="1" dirty="0"/>
              <a:t>incident ticket in Jira</a:t>
            </a:r>
            <a:r>
              <a:rPr lang="en-US" dirty="0"/>
              <a:t>. The incident details are then forwarded to an </a:t>
            </a:r>
            <a:r>
              <a:rPr lang="en-US" b="1" dirty="0"/>
              <a:t>Azure Function via a webhook</a:t>
            </a:r>
            <a:r>
              <a:rPr lang="en-US" dirty="0"/>
              <a:t>, serving as the central orchestration and processing layer.</a:t>
            </a:r>
          </a:p>
          <a:p>
            <a:br>
              <a:rPr lang="en-US" dirty="0"/>
            </a:br>
            <a:r>
              <a:rPr lang="en-US" dirty="0"/>
              <a:t>To investigate the incident, the Azure Function retrieves data from multiple </a:t>
            </a:r>
            <a:r>
              <a:rPr lang="en-US" b="1" dirty="0"/>
              <a:t>Azure services</a:t>
            </a:r>
            <a:r>
              <a:rPr lang="en-US" dirty="0"/>
              <a:t> used in our dummy model. The </a:t>
            </a:r>
            <a:r>
              <a:rPr lang="en-US" b="1" dirty="0"/>
              <a:t>Azure Web App</a:t>
            </a:r>
            <a:r>
              <a:rPr lang="en-US" dirty="0"/>
              <a:t> supplies client application data, while the </a:t>
            </a:r>
            <a:r>
              <a:rPr lang="en-US" b="1" dirty="0"/>
              <a:t>Azure Log Analytics Workspace</a:t>
            </a:r>
            <a:r>
              <a:rPr lang="en-US" dirty="0"/>
              <a:t> captures and analyzes application logs to detect errors and anomalies. This consolidated information is processed by the Azure Function and automatically posted as </a:t>
            </a:r>
            <a:r>
              <a:rPr lang="en-US" b="1" dirty="0"/>
              <a:t>comments on the Jira ticket</a:t>
            </a:r>
            <a:r>
              <a:rPr lang="en-US" dirty="0"/>
              <a:t> using Jira’s POST APIs.</a:t>
            </a:r>
          </a:p>
          <a:p>
            <a:br>
              <a:rPr lang="en-US" dirty="0"/>
            </a:br>
            <a:r>
              <a:rPr lang="en-US" dirty="0"/>
              <a:t>In addition, log data from the Log Analytics Workspace is sent to </a:t>
            </a:r>
            <a:r>
              <a:rPr lang="en-US" b="1" dirty="0"/>
              <a:t>AI Foundry</a:t>
            </a:r>
            <a:r>
              <a:rPr lang="en-US" dirty="0"/>
              <a:t>, which generates an </a:t>
            </a:r>
            <a:r>
              <a:rPr lang="en-US" b="1" dirty="0"/>
              <a:t>AI‑powered summarized incident report</a:t>
            </a:r>
            <a:r>
              <a:rPr lang="en-US" dirty="0"/>
              <a:t> by converting raw technical logs into clear, actionable insights. This AI‑generated summary is also attached to the Jira ticket, enabling faster analysis, improved clarity, and quicker incident resolution.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1DC4C2-BFF7-4C5C-5415-436C2E0B8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39" y="528617"/>
            <a:ext cx="10151169" cy="536612"/>
          </a:xfrm>
        </p:spPr>
        <p:txBody>
          <a:bodyPr/>
          <a:lstStyle/>
          <a:p>
            <a:r>
              <a:rPr lang="en-US" sz="2400" dirty="0"/>
              <a:t>Overview:</a:t>
            </a:r>
          </a:p>
        </p:txBody>
      </p:sp>
    </p:spTree>
    <p:extLst>
      <p:ext uri="{BB962C8B-B14F-4D97-AF65-F5344CB8AC3E}">
        <p14:creationId xmlns:p14="http://schemas.microsoft.com/office/powerpoint/2010/main" val="235613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0AEF8-4134-561D-4559-14A64BD7B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E584E0-FE78-6255-22D9-99961458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3E7BD6-D799-1264-7236-B14BCB17D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166" y="966446"/>
            <a:ext cx="8889477" cy="487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449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91EC1-E198-5B23-BE53-2BA61C297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D62851-73DC-E86C-8B2B-23F160DB6F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0933" y="648882"/>
            <a:ext cx="9111479" cy="4920791"/>
          </a:xfrm>
        </p:spPr>
        <p:txBody>
          <a:bodyPr/>
          <a:lstStyle/>
          <a:p>
            <a:r>
              <a:rPr lang="en-US" dirty="0"/>
              <a:t>New Relic detects outage </a:t>
            </a:r>
          </a:p>
          <a:p>
            <a:br>
              <a:rPr lang="en-US" dirty="0"/>
            </a:br>
            <a:r>
              <a:rPr lang="en-US" dirty="0"/>
              <a:t>Alert triggers Jira incident</a:t>
            </a:r>
          </a:p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Webhook (</a:t>
            </a:r>
            <a:r>
              <a:rPr lang="en-US" dirty="0" err="1"/>
              <a:t>jira</a:t>
            </a:r>
            <a:r>
              <a:rPr lang="en-US" dirty="0"/>
              <a:t> functionality)  sends data to Azure Function</a:t>
            </a:r>
          </a:p>
          <a:p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Logs and app data fetched </a:t>
            </a:r>
            <a:br>
              <a:rPr lang="en-US" dirty="0"/>
            </a:br>
            <a:endParaRPr lang="en-US" dirty="0"/>
          </a:p>
          <a:p>
            <a:r>
              <a:rPr lang="en-US" dirty="0"/>
              <a:t>Add comments on ticket </a:t>
            </a:r>
          </a:p>
          <a:p>
            <a:br>
              <a:rPr lang="en-US" dirty="0"/>
            </a:br>
            <a:r>
              <a:rPr lang="en-US" dirty="0"/>
              <a:t>AI Foundry generates summary report </a:t>
            </a:r>
          </a:p>
          <a:p>
            <a:br>
              <a:rPr lang="en-US" dirty="0"/>
            </a:br>
            <a:r>
              <a:rPr lang="en-US" dirty="0"/>
              <a:t> Jira ticket enriched automatically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B070B0-1C41-0640-F801-37B14F848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933" y="518474"/>
            <a:ext cx="10151169" cy="904973"/>
          </a:xfrm>
        </p:spPr>
        <p:txBody>
          <a:bodyPr/>
          <a:lstStyle/>
          <a:p>
            <a:r>
              <a:rPr lang="en-US" sz="2400" dirty="0"/>
              <a:t>Incident flow</a:t>
            </a:r>
            <a:br>
              <a:rPr lang="en-US" sz="2400" dirty="0"/>
            </a:br>
            <a:br>
              <a:rPr lang="en-US" sz="2400" dirty="0"/>
            </a:br>
            <a:endParaRPr lang="en-US" sz="2400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450418A0-068C-DFE2-D5D4-97DADE247D62}"/>
              </a:ext>
            </a:extLst>
          </p:cNvPr>
          <p:cNvSpPr/>
          <p:nvPr/>
        </p:nvSpPr>
        <p:spPr>
          <a:xfrm>
            <a:off x="1894788" y="1811515"/>
            <a:ext cx="94268" cy="188536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47CF325E-9658-68BE-F97F-3F364ACF1D98}"/>
              </a:ext>
            </a:extLst>
          </p:cNvPr>
          <p:cNvSpPr/>
          <p:nvPr/>
        </p:nvSpPr>
        <p:spPr>
          <a:xfrm>
            <a:off x="1894788" y="2460396"/>
            <a:ext cx="94268" cy="188536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00C05684-2D80-3D67-275C-5C98EFA1E7A1}"/>
              </a:ext>
            </a:extLst>
          </p:cNvPr>
          <p:cNvSpPr/>
          <p:nvPr/>
        </p:nvSpPr>
        <p:spPr>
          <a:xfrm>
            <a:off x="1894788" y="3109277"/>
            <a:ext cx="94268" cy="188536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694A97B9-B85D-2749-AE35-9E1441C9E369}"/>
              </a:ext>
            </a:extLst>
          </p:cNvPr>
          <p:cNvSpPr/>
          <p:nvPr/>
        </p:nvSpPr>
        <p:spPr>
          <a:xfrm>
            <a:off x="1894788" y="3758158"/>
            <a:ext cx="94268" cy="188536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C1A959DB-5CEF-FB58-9F78-EFF1DC0C1887}"/>
              </a:ext>
            </a:extLst>
          </p:cNvPr>
          <p:cNvSpPr/>
          <p:nvPr/>
        </p:nvSpPr>
        <p:spPr>
          <a:xfrm>
            <a:off x="1894788" y="4367758"/>
            <a:ext cx="94268" cy="188536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27B9B9ED-E02A-0DF3-9F0A-643DAA8C11EF}"/>
              </a:ext>
            </a:extLst>
          </p:cNvPr>
          <p:cNvSpPr/>
          <p:nvPr/>
        </p:nvSpPr>
        <p:spPr>
          <a:xfrm>
            <a:off x="1894788" y="5016639"/>
            <a:ext cx="94268" cy="188536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48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C3205C-7081-B886-31FF-D5B7B96A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Video</a:t>
            </a:r>
            <a:br>
              <a:rPr lang="en-US" dirty="0"/>
            </a:br>
            <a:br>
              <a:rPr lang="en-US" dirty="0"/>
            </a:br>
            <a:r>
              <a:rPr lang="en-US" sz="2800" dirty="0"/>
              <a:t>Please click the link for Demo video: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14BFC-60B7-9D31-63C5-09C15796FF07}"/>
              </a:ext>
            </a:extLst>
          </p:cNvPr>
          <p:cNvSpPr txBox="1"/>
          <p:nvPr/>
        </p:nvSpPr>
        <p:spPr>
          <a:xfrm>
            <a:off x="777239" y="2899399"/>
            <a:ext cx="2688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Hack-</a:t>
            </a:r>
            <a:r>
              <a:rPr lang="en-US" dirty="0" err="1">
                <a:hlinkClick r:id="rId2"/>
              </a:rPr>
              <a:t>Done.webm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160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D19DC-6A74-794A-DC9C-35EEC52BF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78CD7C-23B7-2AE4-7C33-25E38DB3A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39" y="528617"/>
            <a:ext cx="10151169" cy="1196488"/>
          </a:xfrm>
        </p:spPr>
        <p:txBody>
          <a:bodyPr/>
          <a:lstStyle/>
          <a:p>
            <a:r>
              <a:rPr lang="en-US" sz="4400" dirty="0"/>
              <a:t>Security &amp; Access :</a:t>
            </a:r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r>
              <a:rPr lang="en-US" sz="2400" dirty="0"/>
              <a:t>Atlassian login creds:</a:t>
            </a:r>
            <a:br>
              <a:rPr lang="en-US" sz="4400" dirty="0"/>
            </a:br>
            <a:br>
              <a:rPr lang="en-US" sz="2000" dirty="0"/>
            </a:br>
            <a:r>
              <a:rPr lang="en-US" sz="2000" dirty="0"/>
              <a:t>Email: h60562868@gmail.com</a:t>
            </a:r>
            <a:br>
              <a:rPr lang="en-US" sz="2000" dirty="0"/>
            </a:br>
            <a:r>
              <a:rPr lang="en-US" sz="2000" dirty="0"/>
              <a:t>Password: </a:t>
            </a:r>
            <a:r>
              <a:rPr lang="en-US" sz="2000" dirty="0">
                <a:hlinkClick r:id="rId2" tooltip="mailto:hackathon@123456789"/>
              </a:rPr>
              <a:t>Hackathon@123456789</a:t>
            </a:r>
            <a:br>
              <a:rPr lang="en-US" sz="4400" dirty="0"/>
            </a:b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844150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4AE75-E433-7E5F-B140-F6E7CBF0B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3FF603-E04C-D35D-9408-E982E97E1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39" y="528617"/>
            <a:ext cx="10151169" cy="706294"/>
          </a:xfrm>
        </p:spPr>
        <p:txBody>
          <a:bodyPr/>
          <a:lstStyle/>
          <a:p>
            <a:pPr fontAlgn="t"/>
            <a:r>
              <a:rPr lang="en-US" sz="4000" dirty="0"/>
              <a:t>What Makes Our Solution Stand Out 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507C8-CA5B-C76D-531E-7AA0A4EA6BEE}"/>
              </a:ext>
            </a:extLst>
          </p:cNvPr>
          <p:cNvSpPr txBox="1"/>
          <p:nvPr/>
        </p:nvSpPr>
        <p:spPr>
          <a:xfrm>
            <a:off x="1074655" y="1847652"/>
            <a:ext cx="10294071" cy="333709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fontAlgn="t"/>
            <a:r>
              <a:rPr lang="en-US" sz="2400" dirty="0"/>
              <a:t>- Seamless integration of </a:t>
            </a:r>
            <a:r>
              <a:rPr lang="en-US" sz="2400" b="1" dirty="0"/>
              <a:t>New Relic, Jira, Azure, and AI</a:t>
            </a:r>
          </a:p>
          <a:p>
            <a:pPr fontAlgn="t"/>
            <a:endParaRPr lang="en-US" sz="2400" b="1" dirty="0"/>
          </a:p>
          <a:p>
            <a:pPr fontAlgn="t"/>
            <a:r>
              <a:rPr lang="en-US" sz="2400" dirty="0"/>
              <a:t>- Centralized processing using </a:t>
            </a:r>
            <a:r>
              <a:rPr lang="en-US" sz="2400" b="1" dirty="0"/>
              <a:t>Azure Functions</a:t>
            </a:r>
            <a:r>
              <a:rPr lang="en-US" sz="2400" dirty="0"/>
              <a:t> </a:t>
            </a:r>
          </a:p>
          <a:p>
            <a:pPr fontAlgn="t"/>
            <a:endParaRPr lang="en-US" sz="2400" dirty="0"/>
          </a:p>
          <a:p>
            <a:pPr fontAlgn="t"/>
            <a:r>
              <a:rPr lang="en-US" sz="2400" dirty="0"/>
              <a:t>- AI‑powered incident summaries enhance clarity and decision‑making </a:t>
            </a:r>
          </a:p>
          <a:p>
            <a:pPr fontAlgn="t"/>
            <a:endParaRPr lang="en-US" sz="2400" dirty="0"/>
          </a:p>
          <a:p>
            <a:pPr fontAlgn="t"/>
            <a:r>
              <a:rPr lang="en-US" sz="2400" dirty="0"/>
              <a:t>- Real‑world applicability using monitoring and ITSM tools</a:t>
            </a:r>
          </a:p>
        </p:txBody>
      </p:sp>
    </p:spTree>
    <p:extLst>
      <p:ext uri="{BB962C8B-B14F-4D97-AF65-F5344CB8AC3E}">
        <p14:creationId xmlns:p14="http://schemas.microsoft.com/office/powerpoint/2010/main" val="1554023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1046589"/>
      </p:ext>
    </p:extLst>
  </p:cSld>
  <p:clrMapOvr>
    <a:masterClrMapping/>
  </p:clrMapOvr>
</p:sld>
</file>

<file path=ppt/theme/theme1.xml><?xml version="1.0" encoding="utf-8"?>
<a:theme xmlns:a="http://schemas.openxmlformats.org/drawingml/2006/main" name="Horizontal Master - On black">
  <a:themeElements>
    <a:clrScheme name="HZTL_DIG">
      <a:dk1>
        <a:srgbClr val="000000"/>
      </a:dk1>
      <a:lt1>
        <a:srgbClr val="FFFFFF"/>
      </a:lt1>
      <a:dk2>
        <a:srgbClr val="2F2C2E"/>
      </a:dk2>
      <a:lt2>
        <a:srgbClr val="EAEAEA"/>
      </a:lt2>
      <a:accent1>
        <a:srgbClr val="243BFE"/>
      </a:accent1>
      <a:accent2>
        <a:srgbClr val="FF4409"/>
      </a:accent2>
      <a:accent3>
        <a:srgbClr val="FE99E9"/>
      </a:accent3>
      <a:accent4>
        <a:srgbClr val="CFCDC8"/>
      </a:accent4>
      <a:accent5>
        <a:srgbClr val="515151"/>
      </a:accent5>
      <a:accent6>
        <a:srgbClr val="787779"/>
      </a:accent6>
      <a:hlink>
        <a:srgbClr val="243BFF"/>
      </a:hlink>
      <a:folHlink>
        <a:srgbClr val="FF4409"/>
      </a:folHlink>
    </a:clrScheme>
    <a:fontScheme name="Custom 3">
      <a:majorFont>
        <a:latin typeface="Modern Era Black"/>
        <a:ea typeface=""/>
        <a:cs typeface=""/>
      </a:majorFont>
      <a:minorFont>
        <a:latin typeface="Modern E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marL="0" indent="0" algn="l">
          <a:buFont typeface="Arial" charset="0"/>
          <a:buNone/>
          <a:defRPr sz="1200" dirty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DIG-BrandTemplate_2024-draft" id="{904A1853-D0A1-4905-A665-CE885149F032}" vid="{9AB487B6-6920-482F-A10B-A60F7F613974}"/>
    </a:ext>
  </a:extLst>
</a:theme>
</file>

<file path=ppt/theme/theme2.xml><?xml version="1.0" encoding="utf-8"?>
<a:theme xmlns:a="http://schemas.openxmlformats.org/drawingml/2006/main" name="Horizontal Master - On White">
  <a:themeElements>
    <a:clrScheme name="HZTL_DIG">
      <a:dk1>
        <a:srgbClr val="000000"/>
      </a:dk1>
      <a:lt1>
        <a:srgbClr val="FFFFFF"/>
      </a:lt1>
      <a:dk2>
        <a:srgbClr val="2F2C2E"/>
      </a:dk2>
      <a:lt2>
        <a:srgbClr val="EAEAEA"/>
      </a:lt2>
      <a:accent1>
        <a:srgbClr val="243BFE"/>
      </a:accent1>
      <a:accent2>
        <a:srgbClr val="FF4409"/>
      </a:accent2>
      <a:accent3>
        <a:srgbClr val="FE99E9"/>
      </a:accent3>
      <a:accent4>
        <a:srgbClr val="CFCDC8"/>
      </a:accent4>
      <a:accent5>
        <a:srgbClr val="515151"/>
      </a:accent5>
      <a:accent6>
        <a:srgbClr val="787779"/>
      </a:accent6>
      <a:hlink>
        <a:srgbClr val="243BFF"/>
      </a:hlink>
      <a:folHlink>
        <a:srgbClr val="FF4409"/>
      </a:folHlink>
    </a:clrScheme>
    <a:fontScheme name="Custom 3">
      <a:majorFont>
        <a:latin typeface="Modern Era Black"/>
        <a:ea typeface=""/>
        <a:cs typeface=""/>
      </a:majorFont>
      <a:minorFont>
        <a:latin typeface="Modern E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600"/>
          </a:spcAft>
          <a:buClrTx/>
          <a:buSzTx/>
          <a:buFont typeface="Arial" panose="020B0604020202020204" pitchFamily="34" charset="0"/>
          <a:buNone/>
          <a:tabLst/>
          <a:defRPr kumimoji="0" sz="1200" b="0" i="0" u="none" strike="noStrike" kern="120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Modern Era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DIG-BrandTemplate_2024-draft" id="{904A1853-D0A1-4905-A665-CE885149F032}" vid="{9AB487B6-6920-482F-A10B-A60F7F61397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9BD7E0-116F-3B4F-8ED1-B0C90A5FD218}">
  <we:reference id="wa104380121" version="2.0.0.0" store="en-US" storeType="OMEX"/>
  <we:alternateReferences>
    <we:reference id="WA104380121" version="2.0.0.0" store="WA10438012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f3091ff-8606-4a3c-b768-62f73344ff85" xsi:nil="true"/>
    <lcf76f155ced4ddcb4097134ff3c332f xmlns="e3f814c5-4b66-46cc-b8c1-8278755512ce">
      <Terms xmlns="http://schemas.microsoft.com/office/infopath/2007/PartnerControls"/>
    </lcf76f155ced4ddcb4097134ff3c332f>
    <Phase xmlns="e3f814c5-4b66-46cc-b8c1-8278755512ce">1_Initiate</Phase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0A60D322B7094AB7649DCC26140C68" ma:contentTypeVersion="20" ma:contentTypeDescription="Create a new document." ma:contentTypeScope="" ma:versionID="01f68a8866a55f67e6b9f33f9bdaedd0">
  <xsd:schema xmlns:xsd="http://www.w3.org/2001/XMLSchema" xmlns:xs="http://www.w3.org/2001/XMLSchema" xmlns:p="http://schemas.microsoft.com/office/2006/metadata/properties" xmlns:ns2="e3f814c5-4b66-46cc-b8c1-8278755512ce" xmlns:ns3="6f3091ff-8606-4a3c-b768-62f73344ff85" targetNamespace="http://schemas.microsoft.com/office/2006/metadata/properties" ma:root="true" ma:fieldsID="c7096cac5f4566b818f19ab6c928af39" ns2:_="" ns3:_="">
    <xsd:import namespace="e3f814c5-4b66-46cc-b8c1-8278755512ce"/>
    <xsd:import namespace="6f3091ff-8606-4a3c-b768-62f73344ff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  <xsd:element ref="ns2:Phase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f814c5-4b66-46cc-b8c1-8278755512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78d73d9-cdac-4d09-a849-9559da3936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Phase" ma:index="23" nillable="true" ma:displayName="Phase" ma:default="1_Initiate" ma:format="Dropdown" ma:internalName="Phase">
      <xsd:simpleType>
        <xsd:restriction base="dms:Choice">
          <xsd:enumeration value="1_Initiate"/>
          <xsd:enumeration value="2_Accelerate"/>
          <xsd:enumeration value="3_Design"/>
          <xsd:enumeration value="4_Develop"/>
          <xsd:enumeration value="5_Deliver"/>
          <xsd:enumeration value="6_Next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3091ff-8606-4a3c-b768-62f73344ff8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51e32698-fac3-4ffd-be80-5cd3077b728b}" ma:internalName="TaxCatchAll" ma:showField="CatchAllData" ma:web="6f3091ff-8606-4a3c-b768-62f73344ff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3E582C-BDB3-471D-A33D-FA4C77F322BA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6f3091ff-8606-4a3c-b768-62f73344ff85"/>
    <ds:schemaRef ds:uri="e3f814c5-4b66-46cc-b8c1-8278755512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5C9ECC2-5FBA-4C10-8DFF-D63773D9AA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536500-C5CA-4C2E-ACF2-5C5BC3D4B732}">
  <ds:schemaRefs>
    <ds:schemaRef ds:uri="6f3091ff-8606-4a3c-b768-62f73344ff85"/>
    <ds:schemaRef ds:uri="e3f814c5-4b66-46cc-b8c1-8278755512c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c31935f-277d-4f84-bc78-b2d637b109d9}" enabled="0" method="" siteId="{4c31935f-277d-4f84-bc78-b2d637b109d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415</Words>
  <Application>Microsoft Office PowerPoint</Application>
  <PresentationFormat>Widescreen</PresentationFormat>
  <Paragraphs>33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Modern Era</vt:lpstr>
      <vt:lpstr>Modern Era Black</vt:lpstr>
      <vt:lpstr>Modern Era Bold</vt:lpstr>
      <vt:lpstr>Aptos</vt:lpstr>
      <vt:lpstr>Modern Era Mono ExtraBold</vt:lpstr>
      <vt:lpstr>Modern Era Mono</vt:lpstr>
      <vt:lpstr>Horizontal Master - On black</vt:lpstr>
      <vt:lpstr>Horizontal Master - On White</vt:lpstr>
      <vt:lpstr>AI Ops Ninja</vt:lpstr>
      <vt:lpstr>   </vt:lpstr>
      <vt:lpstr>Overview:</vt:lpstr>
      <vt:lpstr>System Architecture</vt:lpstr>
      <vt:lpstr>Incident flow  </vt:lpstr>
      <vt:lpstr>Demo Video  Please click the link for Demo video:</vt:lpstr>
      <vt:lpstr>Security &amp; Access :   Atlassian login creds:  Email: h60562868@gmail.com Password: Hackathon@123456789  </vt:lpstr>
      <vt:lpstr>What Makes Our Solution Stand Out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Ridgeway</dc:creator>
  <cp:lastModifiedBy>Gopi Desai</cp:lastModifiedBy>
  <cp:revision>2</cp:revision>
  <dcterms:created xsi:type="dcterms:W3CDTF">2024-10-09T16:13:10Z</dcterms:created>
  <dcterms:modified xsi:type="dcterms:W3CDTF">2026-04-25T17:27:42Z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0x0101005B0A60D322B7094AB7649DCC26140C68</vt:lpwstr>
  </property>
</Properties>
</file>